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1" r:id="rId3"/>
    <p:sldId id="257" r:id="rId4"/>
    <p:sldId id="258" r:id="rId5"/>
    <p:sldId id="259" r:id="rId6"/>
    <p:sldId id="260" r:id="rId7"/>
    <p:sldId id="262" r:id="rId8"/>
    <p:sldId id="264" r:id="rId9"/>
    <p:sldId id="267"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3C32E-2434-4A07-B01B-ED6CA6A278C6}" v="238" dt="2023-03-14T19:23:16.3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38"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yukh Paul" userId="15092b8876046ee5" providerId="LiveId" clId="{0A53C32E-2434-4A07-B01B-ED6CA6A278C6}"/>
    <pc:docChg chg="undo custSel addSld delSld modSld sldOrd addSection delSection modSection">
      <pc:chgData name="Mayyukh Paul" userId="15092b8876046ee5" providerId="LiveId" clId="{0A53C32E-2434-4A07-B01B-ED6CA6A278C6}" dt="2023-03-14T00:10:36.257" v="3325" actId="27636"/>
      <pc:docMkLst>
        <pc:docMk/>
      </pc:docMkLst>
      <pc:sldChg chg="addSp delSp modSp mod modTransition">
        <pc:chgData name="Mayyukh Paul" userId="15092b8876046ee5" providerId="LiveId" clId="{0A53C32E-2434-4A07-B01B-ED6CA6A278C6}" dt="2023-03-11T12:48:19.630" v="1864" actId="207"/>
        <pc:sldMkLst>
          <pc:docMk/>
          <pc:sldMk cId="1349997643" sldId="256"/>
        </pc:sldMkLst>
        <pc:spChg chg="mod">
          <ac:chgData name="Mayyukh Paul" userId="15092b8876046ee5" providerId="LiveId" clId="{0A53C32E-2434-4A07-B01B-ED6CA6A278C6}" dt="2023-03-09T20:23:39.495" v="4"/>
          <ac:spMkLst>
            <pc:docMk/>
            <pc:sldMk cId="1349997643" sldId="256"/>
            <ac:spMk id="2" creationId="{24B5B6E5-F62F-8E07-437D-12F27D4F82CE}"/>
          </ac:spMkLst>
        </pc:spChg>
        <pc:spChg chg="mod">
          <ac:chgData name="Mayyukh Paul" userId="15092b8876046ee5" providerId="LiveId" clId="{0A53C32E-2434-4A07-B01B-ED6CA6A278C6}" dt="2023-03-09T20:26:40.473" v="101" actId="207"/>
          <ac:spMkLst>
            <pc:docMk/>
            <pc:sldMk cId="1349997643" sldId="256"/>
            <ac:spMk id="3" creationId="{3BE4187A-D232-58B7-F6A8-9863FDEC705D}"/>
          </ac:spMkLst>
        </pc:spChg>
        <pc:spChg chg="add mod">
          <ac:chgData name="Mayyukh Paul" userId="15092b8876046ee5" providerId="LiveId" clId="{0A53C32E-2434-4A07-B01B-ED6CA6A278C6}" dt="2023-03-11T12:48:19.630" v="1864" actId="207"/>
          <ac:spMkLst>
            <pc:docMk/>
            <pc:sldMk cId="1349997643" sldId="256"/>
            <ac:spMk id="4" creationId="{7B252259-2A47-1205-5D9C-D89BD3643548}"/>
          </ac:spMkLst>
        </pc:spChg>
        <pc:picChg chg="del mod modCrop">
          <ac:chgData name="Mayyukh Paul" userId="15092b8876046ee5" providerId="LiveId" clId="{0A53C32E-2434-4A07-B01B-ED6CA6A278C6}" dt="2023-03-09T20:26:28.740" v="99" actId="478"/>
          <ac:picMkLst>
            <pc:docMk/>
            <pc:sldMk cId="1349997643" sldId="256"/>
            <ac:picMk id="5" creationId="{F451C092-DAF9-C775-11E9-49C946E5FF76}"/>
          </ac:picMkLst>
        </pc:picChg>
      </pc:sldChg>
      <pc:sldChg chg="addSp delSp modSp mod modTransition">
        <pc:chgData name="Mayyukh Paul" userId="15092b8876046ee5" providerId="LiveId" clId="{0A53C32E-2434-4A07-B01B-ED6CA6A278C6}" dt="2023-03-11T22:01:26.194" v="2965" actId="1076"/>
        <pc:sldMkLst>
          <pc:docMk/>
          <pc:sldMk cId="190992354" sldId="257"/>
        </pc:sldMkLst>
        <pc:spChg chg="mod">
          <ac:chgData name="Mayyukh Paul" userId="15092b8876046ee5" providerId="LiveId" clId="{0A53C32E-2434-4A07-B01B-ED6CA6A278C6}" dt="2023-03-11T22:01:17.346" v="2964" actId="20577"/>
          <ac:spMkLst>
            <pc:docMk/>
            <pc:sldMk cId="190992354" sldId="257"/>
            <ac:spMk id="2" creationId="{DEB68748-C0F4-B08B-761D-77E913273CA5}"/>
          </ac:spMkLst>
        </pc:spChg>
        <pc:spChg chg="mod">
          <ac:chgData name="Mayyukh Paul" userId="15092b8876046ee5" providerId="LiveId" clId="{0A53C32E-2434-4A07-B01B-ED6CA6A278C6}" dt="2023-03-11T21:59:20.754" v="2934" actId="14838"/>
          <ac:spMkLst>
            <pc:docMk/>
            <pc:sldMk cId="190992354" sldId="257"/>
            <ac:spMk id="3" creationId="{07EA5050-3939-BE74-A52F-ECB639562951}"/>
          </ac:spMkLst>
        </pc:spChg>
        <pc:spChg chg="add del mod">
          <ac:chgData name="Mayyukh Paul" userId="15092b8876046ee5" providerId="LiveId" clId="{0A53C32E-2434-4A07-B01B-ED6CA6A278C6}" dt="2023-03-11T22:00:48.930" v="2950" actId="1076"/>
          <ac:spMkLst>
            <pc:docMk/>
            <pc:sldMk cId="190992354" sldId="257"/>
            <ac:spMk id="4" creationId="{7FD44A83-D1E8-D3A4-5DF2-BB04BA133D1F}"/>
          </ac:spMkLst>
        </pc:spChg>
        <pc:spChg chg="add mod">
          <ac:chgData name="Mayyukh Paul" userId="15092b8876046ee5" providerId="LiveId" clId="{0A53C32E-2434-4A07-B01B-ED6CA6A278C6}" dt="2023-03-11T12:52:26.732" v="1913" actId="1076"/>
          <ac:spMkLst>
            <pc:docMk/>
            <pc:sldMk cId="190992354" sldId="257"/>
            <ac:spMk id="5" creationId="{DEBCF7D3-A798-C531-CC33-91BF1FFD9A34}"/>
          </ac:spMkLst>
        </pc:spChg>
        <pc:picChg chg="del">
          <ac:chgData name="Mayyukh Paul" userId="15092b8876046ee5" providerId="LiveId" clId="{0A53C32E-2434-4A07-B01B-ED6CA6A278C6}" dt="2023-03-09T20:28:12.179" v="103" actId="478"/>
          <ac:picMkLst>
            <pc:docMk/>
            <pc:sldMk cId="190992354" sldId="257"/>
            <ac:picMk id="5" creationId="{1CE4EADF-D86C-316B-8C4E-E6C4A272F16E}"/>
          </ac:picMkLst>
        </pc:picChg>
        <pc:picChg chg="del">
          <ac:chgData name="Mayyukh Paul" userId="15092b8876046ee5" providerId="LiveId" clId="{0A53C32E-2434-4A07-B01B-ED6CA6A278C6}" dt="2023-03-09T20:28:16.017" v="104" actId="478"/>
          <ac:picMkLst>
            <pc:docMk/>
            <pc:sldMk cId="190992354" sldId="257"/>
            <ac:picMk id="7" creationId="{28FC7817-E38C-82C3-7963-2B618487D036}"/>
          </ac:picMkLst>
        </pc:picChg>
        <pc:picChg chg="add del mod">
          <ac:chgData name="Mayyukh Paul" userId="15092b8876046ee5" providerId="LiveId" clId="{0A53C32E-2434-4A07-B01B-ED6CA6A278C6}" dt="2023-03-11T21:56:26.754" v="2756" actId="478"/>
          <ac:picMkLst>
            <pc:docMk/>
            <pc:sldMk cId="190992354" sldId="257"/>
            <ac:picMk id="8" creationId="{8F545EC8-C973-6D6C-7612-28F20FE6B056}"/>
          </ac:picMkLst>
        </pc:picChg>
        <pc:picChg chg="add del mod modCrop">
          <ac:chgData name="Mayyukh Paul" userId="15092b8876046ee5" providerId="LiveId" clId="{0A53C32E-2434-4A07-B01B-ED6CA6A278C6}" dt="2023-03-11T12:56:23.132" v="2012" actId="478"/>
          <ac:picMkLst>
            <pc:docMk/>
            <pc:sldMk cId="190992354" sldId="257"/>
            <ac:picMk id="9" creationId="{729AAEB6-CB48-3260-6C0C-2DC1A9C30B0B}"/>
          </ac:picMkLst>
        </pc:picChg>
        <pc:picChg chg="add del mod">
          <ac:chgData name="Mayyukh Paul" userId="15092b8876046ee5" providerId="LiveId" clId="{0A53C32E-2434-4A07-B01B-ED6CA6A278C6}" dt="2023-03-11T21:59:32.865" v="2944" actId="478"/>
          <ac:picMkLst>
            <pc:docMk/>
            <pc:sldMk cId="190992354" sldId="257"/>
            <ac:picMk id="10" creationId="{5555E092-C85D-2394-BA38-2A570BCEFB91}"/>
          </ac:picMkLst>
        </pc:picChg>
        <pc:picChg chg="add del mod modCrop">
          <ac:chgData name="Mayyukh Paul" userId="15092b8876046ee5" providerId="LiveId" clId="{0A53C32E-2434-4A07-B01B-ED6CA6A278C6}" dt="2023-03-11T22:00:33.135" v="2947" actId="478"/>
          <ac:picMkLst>
            <pc:docMk/>
            <pc:sldMk cId="190992354" sldId="257"/>
            <ac:picMk id="13" creationId="{3189DAE6-DB0F-94A8-4BDB-F71F67B40601}"/>
          </ac:picMkLst>
        </pc:picChg>
        <pc:picChg chg="add mod">
          <ac:chgData name="Mayyukh Paul" userId="15092b8876046ee5" providerId="LiveId" clId="{0A53C32E-2434-4A07-B01B-ED6CA6A278C6}" dt="2023-03-11T22:01:26.194" v="2965" actId="1076"/>
          <ac:picMkLst>
            <pc:docMk/>
            <pc:sldMk cId="190992354" sldId="257"/>
            <ac:picMk id="15" creationId="{3EC3FECC-8D95-AC12-47EC-A473B071183C}"/>
          </ac:picMkLst>
        </pc:picChg>
        <pc:cxnChg chg="mod">
          <ac:chgData name="Mayyukh Paul" userId="15092b8876046ee5" providerId="LiveId" clId="{0A53C32E-2434-4A07-B01B-ED6CA6A278C6}" dt="2023-03-11T12:53:58.492" v="1916" actId="14100"/>
          <ac:cxnSpMkLst>
            <pc:docMk/>
            <pc:sldMk cId="190992354" sldId="257"/>
            <ac:cxnSpMk id="6" creationId="{7F1854E5-BA3B-BD3C-B1FC-76224C0170AF}"/>
          </ac:cxnSpMkLst>
        </pc:cxnChg>
      </pc:sldChg>
      <pc:sldChg chg="addSp delSp modSp mod modTransition">
        <pc:chgData name="Mayyukh Paul" userId="15092b8876046ee5" providerId="LiveId" clId="{0A53C32E-2434-4A07-B01B-ED6CA6A278C6}" dt="2023-03-11T12:50:54.339" v="1900" actId="1076"/>
        <pc:sldMkLst>
          <pc:docMk/>
          <pc:sldMk cId="2107741141" sldId="258"/>
        </pc:sldMkLst>
        <pc:spChg chg="mod">
          <ac:chgData name="Mayyukh Paul" userId="15092b8876046ee5" providerId="LiveId" clId="{0A53C32E-2434-4A07-B01B-ED6CA6A278C6}" dt="2023-03-09T21:36:57.119" v="838" actId="255"/>
          <ac:spMkLst>
            <pc:docMk/>
            <pc:sldMk cId="2107741141" sldId="258"/>
            <ac:spMk id="2" creationId="{0976652A-D4F5-69BF-D7B4-5E3D5526BC2B}"/>
          </ac:spMkLst>
        </pc:spChg>
        <pc:spChg chg="mod">
          <ac:chgData name="Mayyukh Paul" userId="15092b8876046ee5" providerId="LiveId" clId="{0A53C32E-2434-4A07-B01B-ED6CA6A278C6}" dt="2023-03-10T22:34:09.822" v="1242" actId="20577"/>
          <ac:spMkLst>
            <pc:docMk/>
            <pc:sldMk cId="2107741141" sldId="258"/>
            <ac:spMk id="3" creationId="{0DA373C5-AA5D-378A-457D-CDEDC5774281}"/>
          </ac:spMkLst>
        </pc:spChg>
        <pc:spChg chg="add mod">
          <ac:chgData name="Mayyukh Paul" userId="15092b8876046ee5" providerId="LiveId" clId="{0A53C32E-2434-4A07-B01B-ED6CA6A278C6}" dt="2023-03-10T09:01:13.890" v="1211" actId="1076"/>
          <ac:spMkLst>
            <pc:docMk/>
            <pc:sldMk cId="2107741141" sldId="258"/>
            <ac:spMk id="4" creationId="{A2D29F39-6217-8425-D8DF-347AD85D291F}"/>
          </ac:spMkLst>
        </pc:spChg>
        <pc:spChg chg="add mod">
          <ac:chgData name="Mayyukh Paul" userId="15092b8876046ee5" providerId="LiveId" clId="{0A53C32E-2434-4A07-B01B-ED6CA6A278C6}" dt="2023-03-11T12:50:54.339" v="1900" actId="1076"/>
          <ac:spMkLst>
            <pc:docMk/>
            <pc:sldMk cId="2107741141" sldId="258"/>
            <ac:spMk id="6" creationId="{EA555E6E-5FA7-E480-B6CB-484883B3DB94}"/>
          </ac:spMkLst>
        </pc:spChg>
        <pc:picChg chg="del">
          <ac:chgData name="Mayyukh Paul" userId="15092b8876046ee5" providerId="LiveId" clId="{0A53C32E-2434-4A07-B01B-ED6CA6A278C6}" dt="2023-03-09T21:32:21.016" v="756" actId="478"/>
          <ac:picMkLst>
            <pc:docMk/>
            <pc:sldMk cId="2107741141" sldId="258"/>
            <ac:picMk id="4" creationId="{83CA6603-1BE4-22E0-D127-D47DD0183CAE}"/>
          </ac:picMkLst>
        </pc:picChg>
        <pc:picChg chg="add del mod">
          <ac:chgData name="Mayyukh Paul" userId="15092b8876046ee5" providerId="LiveId" clId="{0A53C32E-2434-4A07-B01B-ED6CA6A278C6}" dt="2023-03-10T22:33:58.638" v="1232" actId="478"/>
          <ac:picMkLst>
            <pc:docMk/>
            <pc:sldMk cId="2107741141" sldId="258"/>
            <ac:picMk id="7" creationId="{37C541A8-3199-2A8B-FB2D-54B338FB638D}"/>
          </ac:picMkLst>
        </pc:picChg>
        <pc:picChg chg="add del mod">
          <ac:chgData name="Mayyukh Paul" userId="15092b8876046ee5" providerId="LiveId" clId="{0A53C32E-2434-4A07-B01B-ED6CA6A278C6}" dt="2023-03-09T21:49:43.130" v="1066" actId="931"/>
          <ac:picMkLst>
            <pc:docMk/>
            <pc:sldMk cId="2107741141" sldId="258"/>
            <ac:picMk id="7" creationId="{F190EF2C-0A1B-C8F1-40F1-449DD264F52D}"/>
          </ac:picMkLst>
        </pc:picChg>
        <pc:picChg chg="add mod">
          <ac:chgData name="Mayyukh Paul" userId="15092b8876046ee5" providerId="LiveId" clId="{0A53C32E-2434-4A07-B01B-ED6CA6A278C6}" dt="2023-03-10T22:35:35.692" v="1260" actId="1076"/>
          <ac:picMkLst>
            <pc:docMk/>
            <pc:sldMk cId="2107741141" sldId="258"/>
            <ac:picMk id="8" creationId="{D8203836-E2C6-7DC5-12D9-2F1E6A63DF9C}"/>
          </ac:picMkLst>
        </pc:picChg>
        <pc:picChg chg="add del mod">
          <ac:chgData name="Mayyukh Paul" userId="15092b8876046ee5" providerId="LiveId" clId="{0A53C32E-2434-4A07-B01B-ED6CA6A278C6}" dt="2023-03-09T21:49:43.130" v="1066" actId="931"/>
          <ac:picMkLst>
            <pc:docMk/>
            <pc:sldMk cId="2107741141" sldId="258"/>
            <ac:picMk id="9" creationId="{FE219992-27D4-5057-7B04-40DE7B8204B1}"/>
          </ac:picMkLst>
        </pc:picChg>
        <pc:picChg chg="add del mod">
          <ac:chgData name="Mayyukh Paul" userId="15092b8876046ee5" providerId="LiveId" clId="{0A53C32E-2434-4A07-B01B-ED6CA6A278C6}" dt="2023-03-09T21:49:43.130" v="1066" actId="931"/>
          <ac:picMkLst>
            <pc:docMk/>
            <pc:sldMk cId="2107741141" sldId="258"/>
            <ac:picMk id="11" creationId="{4FC9A681-DC7D-0AFF-EAA0-FE8D11817BFA}"/>
          </ac:picMkLst>
        </pc:picChg>
        <pc:picChg chg="add del mod">
          <ac:chgData name="Mayyukh Paul" userId="15092b8876046ee5" providerId="LiveId" clId="{0A53C32E-2434-4A07-B01B-ED6CA6A278C6}" dt="2023-03-09T21:49:43.130" v="1066" actId="931"/>
          <ac:picMkLst>
            <pc:docMk/>
            <pc:sldMk cId="2107741141" sldId="258"/>
            <ac:picMk id="13" creationId="{5FA69814-8D00-138D-8E09-36600B7B3791}"/>
          </ac:picMkLst>
        </pc:picChg>
        <pc:picChg chg="add del mod">
          <ac:chgData name="Mayyukh Paul" userId="15092b8876046ee5" providerId="LiveId" clId="{0A53C32E-2434-4A07-B01B-ED6CA6A278C6}" dt="2023-03-09T21:50:12.668" v="1098" actId="21"/>
          <ac:picMkLst>
            <pc:docMk/>
            <pc:sldMk cId="2107741141" sldId="258"/>
            <ac:picMk id="15" creationId="{AD74ECBC-7EC6-A5AD-5618-FA3EEA7F7C99}"/>
          </ac:picMkLst>
        </pc:picChg>
        <pc:picChg chg="add del mod">
          <ac:chgData name="Mayyukh Paul" userId="15092b8876046ee5" providerId="LiveId" clId="{0A53C32E-2434-4A07-B01B-ED6CA6A278C6}" dt="2023-03-09T21:50:45.851" v="1100" actId="478"/>
          <ac:picMkLst>
            <pc:docMk/>
            <pc:sldMk cId="2107741141" sldId="258"/>
            <ac:picMk id="17" creationId="{CF95614A-B0C2-0104-408D-D7F68F4B9B3F}"/>
          </ac:picMkLst>
        </pc:picChg>
        <pc:picChg chg="add del mod">
          <ac:chgData name="Mayyukh Paul" userId="15092b8876046ee5" providerId="LiveId" clId="{0A53C32E-2434-4A07-B01B-ED6CA6A278C6}" dt="2023-03-09T21:51:28.972" v="1105" actId="21"/>
          <ac:picMkLst>
            <pc:docMk/>
            <pc:sldMk cId="2107741141" sldId="258"/>
            <ac:picMk id="19" creationId="{2873DAAD-2BD1-840D-0160-92F496391ACF}"/>
          </ac:picMkLst>
        </pc:picChg>
        <pc:picChg chg="add mod">
          <ac:chgData name="Mayyukh Paul" userId="15092b8876046ee5" providerId="LiveId" clId="{0A53C32E-2434-4A07-B01B-ED6CA6A278C6}" dt="2023-03-10T09:01:33.361" v="1215" actId="1076"/>
          <ac:picMkLst>
            <pc:docMk/>
            <pc:sldMk cId="2107741141" sldId="258"/>
            <ac:picMk id="21" creationId="{FE2A014D-A637-8D5D-ABE7-FFD46968F360}"/>
          </ac:picMkLst>
        </pc:picChg>
        <pc:picChg chg="add mod">
          <ac:chgData name="Mayyukh Paul" userId="15092b8876046ee5" providerId="LiveId" clId="{0A53C32E-2434-4A07-B01B-ED6CA6A278C6}" dt="2023-03-10T09:01:29.586" v="1214" actId="1076"/>
          <ac:picMkLst>
            <pc:docMk/>
            <pc:sldMk cId="2107741141" sldId="258"/>
            <ac:picMk id="23" creationId="{E0A27B82-2262-CC8C-0BF9-C4031CDD2911}"/>
          </ac:picMkLst>
        </pc:picChg>
        <pc:picChg chg="add mod">
          <ac:chgData name="Mayyukh Paul" userId="15092b8876046ee5" providerId="LiveId" clId="{0A53C32E-2434-4A07-B01B-ED6CA6A278C6}" dt="2023-03-10T09:01:26.137" v="1213" actId="1076"/>
          <ac:picMkLst>
            <pc:docMk/>
            <pc:sldMk cId="2107741141" sldId="258"/>
            <ac:picMk id="25" creationId="{42B9FE09-F411-EF5A-7F7D-769BECC8F02A}"/>
          </ac:picMkLst>
        </pc:picChg>
        <pc:picChg chg="add mod">
          <ac:chgData name="Mayyukh Paul" userId="15092b8876046ee5" providerId="LiveId" clId="{0A53C32E-2434-4A07-B01B-ED6CA6A278C6}" dt="2023-03-10T09:01:13.890" v="1211" actId="1076"/>
          <ac:picMkLst>
            <pc:docMk/>
            <pc:sldMk cId="2107741141" sldId="258"/>
            <ac:picMk id="27" creationId="{82894AD7-63F0-9E50-4E6A-2D7802329006}"/>
          </ac:picMkLst>
        </pc:picChg>
      </pc:sldChg>
      <pc:sldChg chg="addSp delSp modSp mod modTransition modClrScheme chgLayout">
        <pc:chgData name="Mayyukh Paul" userId="15092b8876046ee5" providerId="LiveId" clId="{0A53C32E-2434-4A07-B01B-ED6CA6A278C6}" dt="2023-03-11T12:51:13.171" v="1905" actId="1076"/>
        <pc:sldMkLst>
          <pc:docMk/>
          <pc:sldMk cId="2452357379" sldId="259"/>
        </pc:sldMkLst>
        <pc:spChg chg="add mod ord">
          <ac:chgData name="Mayyukh Paul" userId="15092b8876046ee5" providerId="LiveId" clId="{0A53C32E-2434-4A07-B01B-ED6CA6A278C6}" dt="2023-03-10T22:35:56.062" v="1263" actId="2711"/>
          <ac:spMkLst>
            <pc:docMk/>
            <pc:sldMk cId="2452357379" sldId="259"/>
            <ac:spMk id="2" creationId="{F67D1579-8F09-9796-CB8E-DB51260FA0D4}"/>
          </ac:spMkLst>
        </pc:spChg>
        <pc:spChg chg="add mod">
          <ac:chgData name="Mayyukh Paul" userId="15092b8876046ee5" providerId="LiveId" clId="{0A53C32E-2434-4A07-B01B-ED6CA6A278C6}" dt="2023-03-11T12:51:13.171" v="1905" actId="1076"/>
          <ac:spMkLst>
            <pc:docMk/>
            <pc:sldMk cId="2452357379" sldId="259"/>
            <ac:spMk id="3" creationId="{1103B316-B5E7-136D-8654-DCAE8B9D858E}"/>
          </ac:spMkLst>
        </pc:spChg>
        <pc:spChg chg="del mod">
          <ac:chgData name="Mayyukh Paul" userId="15092b8876046ee5" providerId="LiveId" clId="{0A53C32E-2434-4A07-B01B-ED6CA6A278C6}" dt="2023-03-10T22:33:24.405" v="1221"/>
          <ac:spMkLst>
            <pc:docMk/>
            <pc:sldMk cId="2452357379" sldId="259"/>
            <ac:spMk id="3" creationId="{C5CC48F5-7BD3-16E4-CD10-846C43321377}"/>
          </ac:spMkLst>
        </pc:spChg>
        <pc:spChg chg="del mod">
          <ac:chgData name="Mayyukh Paul" userId="15092b8876046ee5" providerId="LiveId" clId="{0A53C32E-2434-4A07-B01B-ED6CA6A278C6}" dt="2023-03-10T22:33:27.261" v="1224"/>
          <ac:spMkLst>
            <pc:docMk/>
            <pc:sldMk cId="2452357379" sldId="259"/>
            <ac:spMk id="4" creationId="{70D80B22-4108-F574-2EE5-274BDBF37F05}"/>
          </ac:spMkLst>
        </pc:spChg>
        <pc:spChg chg="add del mod ord">
          <ac:chgData name="Mayyukh Paul" userId="15092b8876046ee5" providerId="LiveId" clId="{0A53C32E-2434-4A07-B01B-ED6CA6A278C6}" dt="2023-03-10T22:34:43.841" v="1246" actId="700"/>
          <ac:spMkLst>
            <pc:docMk/>
            <pc:sldMk cId="2452357379" sldId="259"/>
            <ac:spMk id="6" creationId="{DD5BAD99-5A90-950E-F7F2-3BA63468CBDC}"/>
          </ac:spMkLst>
        </pc:spChg>
        <pc:spChg chg="add del mod ord">
          <ac:chgData name="Mayyukh Paul" userId="15092b8876046ee5" providerId="LiveId" clId="{0A53C32E-2434-4A07-B01B-ED6CA6A278C6}" dt="2023-03-10T22:35:23.040" v="1256" actId="700"/>
          <ac:spMkLst>
            <pc:docMk/>
            <pc:sldMk cId="2452357379" sldId="259"/>
            <ac:spMk id="7" creationId="{502A44FD-6430-3830-C2A5-AA18230F57CF}"/>
          </ac:spMkLst>
        </pc:spChg>
        <pc:spChg chg="add del mod">
          <ac:chgData name="Mayyukh Paul" userId="15092b8876046ee5" providerId="LiveId" clId="{0A53C32E-2434-4A07-B01B-ED6CA6A278C6}" dt="2023-03-10T22:36:13.198" v="1268"/>
          <ac:spMkLst>
            <pc:docMk/>
            <pc:sldMk cId="2452357379" sldId="259"/>
            <ac:spMk id="9" creationId="{FBA3415B-388C-B851-97E2-FB8FB07A1479}"/>
          </ac:spMkLst>
        </pc:spChg>
        <pc:spChg chg="add mod">
          <ac:chgData name="Mayyukh Paul" userId="15092b8876046ee5" providerId="LiveId" clId="{0A53C32E-2434-4A07-B01B-ED6CA6A278C6}" dt="2023-03-10T22:57:12.968" v="1519"/>
          <ac:spMkLst>
            <pc:docMk/>
            <pc:sldMk cId="2452357379" sldId="259"/>
            <ac:spMk id="11" creationId="{7AB19F6E-3FC2-78A4-BD84-898270C90053}"/>
          </ac:spMkLst>
        </pc:spChg>
        <pc:graphicFrameChg chg="add mod">
          <ac:chgData name="Mayyukh Paul" userId="15092b8876046ee5" providerId="LiveId" clId="{0A53C32E-2434-4A07-B01B-ED6CA6A278C6}" dt="2023-03-10T22:35:22.176" v="1255"/>
          <ac:graphicFrameMkLst>
            <pc:docMk/>
            <pc:sldMk cId="2452357379" sldId="259"/>
            <ac:graphicFrameMk id="8" creationId="{C7A0E17C-962D-BFDB-2FC8-DAAFD025389C}"/>
          </ac:graphicFrameMkLst>
        </pc:graphicFrameChg>
        <pc:graphicFrameChg chg="add mod">
          <ac:chgData name="Mayyukh Paul" userId="15092b8876046ee5" providerId="LiveId" clId="{0A53C32E-2434-4A07-B01B-ED6CA6A278C6}" dt="2023-03-10T22:46:15.686" v="1409"/>
          <ac:graphicFrameMkLst>
            <pc:docMk/>
            <pc:sldMk cId="2452357379" sldId="259"/>
            <ac:graphicFrameMk id="10" creationId="{C7A0E17C-962D-BFDB-2FC8-DAAFD025389C}"/>
          </ac:graphicFrameMkLst>
        </pc:graphicFrameChg>
        <pc:picChg chg="del">
          <ac:chgData name="Mayyukh Paul" userId="15092b8876046ee5" providerId="LiveId" clId="{0A53C32E-2434-4A07-B01B-ED6CA6A278C6}" dt="2023-03-09T21:58:07.446" v="1159" actId="478"/>
          <ac:picMkLst>
            <pc:docMk/>
            <pc:sldMk cId="2452357379" sldId="259"/>
            <ac:picMk id="2" creationId="{FA20284E-DC5B-D87D-7A94-AE43C7A42E8B}"/>
          </ac:picMkLst>
        </pc:picChg>
        <pc:picChg chg="add mod modCrop">
          <ac:chgData name="Mayyukh Paul" userId="15092b8876046ee5" providerId="LiveId" clId="{0A53C32E-2434-4A07-B01B-ED6CA6A278C6}" dt="2023-03-10T22:40:13.507" v="1349" actId="1076"/>
          <ac:picMkLst>
            <pc:docMk/>
            <pc:sldMk cId="2452357379" sldId="259"/>
            <ac:picMk id="13" creationId="{4AB72A46-571E-5500-AAEB-02A1FC6FC191}"/>
          </ac:picMkLst>
        </pc:picChg>
        <pc:picChg chg="add del mod">
          <ac:chgData name="Mayyukh Paul" userId="15092b8876046ee5" providerId="LiveId" clId="{0A53C32E-2434-4A07-B01B-ED6CA6A278C6}" dt="2023-03-10T22:40:22.008" v="1351" actId="478"/>
          <ac:picMkLst>
            <pc:docMk/>
            <pc:sldMk cId="2452357379" sldId="259"/>
            <ac:picMk id="15" creationId="{D1FCCDE0-B79E-4F47-D4ED-3CA91DF66BAC}"/>
          </ac:picMkLst>
        </pc:picChg>
        <pc:picChg chg="add mod modCrop">
          <ac:chgData name="Mayyukh Paul" userId="15092b8876046ee5" providerId="LiveId" clId="{0A53C32E-2434-4A07-B01B-ED6CA6A278C6}" dt="2023-03-10T22:41:10.636" v="1361" actId="1076"/>
          <ac:picMkLst>
            <pc:docMk/>
            <pc:sldMk cId="2452357379" sldId="259"/>
            <ac:picMk id="17" creationId="{EF19E41D-EE56-F5BC-8446-60AD2A640D8D}"/>
          </ac:picMkLst>
        </pc:picChg>
        <pc:picChg chg="add mod">
          <ac:chgData name="Mayyukh Paul" userId="15092b8876046ee5" providerId="LiveId" clId="{0A53C32E-2434-4A07-B01B-ED6CA6A278C6}" dt="2023-03-10T22:44:43.708" v="1398" actId="1076"/>
          <ac:picMkLst>
            <pc:docMk/>
            <pc:sldMk cId="2452357379" sldId="259"/>
            <ac:picMk id="19" creationId="{518108C1-7F6B-BD7E-51BC-882408D4D1DF}"/>
          </ac:picMkLst>
        </pc:picChg>
        <pc:picChg chg="add mod modCrop">
          <ac:chgData name="Mayyukh Paul" userId="15092b8876046ee5" providerId="LiveId" clId="{0A53C32E-2434-4A07-B01B-ED6CA6A278C6}" dt="2023-03-10T22:42:25.932" v="1379" actId="1076"/>
          <ac:picMkLst>
            <pc:docMk/>
            <pc:sldMk cId="2452357379" sldId="259"/>
            <ac:picMk id="21" creationId="{1855DF35-C0BA-5E6F-D761-DBEF598A0F95}"/>
          </ac:picMkLst>
        </pc:picChg>
        <pc:picChg chg="add mod">
          <ac:chgData name="Mayyukh Paul" userId="15092b8876046ee5" providerId="LiveId" clId="{0A53C32E-2434-4A07-B01B-ED6CA6A278C6}" dt="2023-03-10T22:42:50.108" v="1385" actId="1076"/>
          <ac:picMkLst>
            <pc:docMk/>
            <pc:sldMk cId="2452357379" sldId="259"/>
            <ac:picMk id="23" creationId="{B2D0AA29-9F9C-41F8-9C72-869ABED04542}"/>
          </ac:picMkLst>
        </pc:picChg>
        <pc:picChg chg="del">
          <ac:chgData name="Mayyukh Paul" userId="15092b8876046ee5" providerId="LiveId" clId="{0A53C32E-2434-4A07-B01B-ED6CA6A278C6}" dt="2023-03-10T22:33:20.819" v="1216" actId="478"/>
          <ac:picMkLst>
            <pc:docMk/>
            <pc:sldMk cId="2452357379" sldId="259"/>
            <ac:picMk id="1026" creationId="{48FEE978-31D3-5FC2-FE81-26C62FDB1E74}"/>
          </ac:picMkLst>
        </pc:picChg>
        <pc:picChg chg="del">
          <ac:chgData name="Mayyukh Paul" userId="15092b8876046ee5" providerId="LiveId" clId="{0A53C32E-2434-4A07-B01B-ED6CA6A278C6}" dt="2023-03-10T22:33:24.405" v="1219" actId="478"/>
          <ac:picMkLst>
            <pc:docMk/>
            <pc:sldMk cId="2452357379" sldId="259"/>
            <ac:picMk id="1028" creationId="{12510DBF-62CD-A45A-A01A-34C8215485C3}"/>
          </ac:picMkLst>
        </pc:picChg>
        <pc:cxnChg chg="add mod">
          <ac:chgData name="Mayyukh Paul" userId="15092b8876046ee5" providerId="LiveId" clId="{0A53C32E-2434-4A07-B01B-ED6CA6A278C6}" dt="2023-03-10T22:43:49.373" v="1392" actId="13822"/>
          <ac:cxnSpMkLst>
            <pc:docMk/>
            <pc:sldMk cId="2452357379" sldId="259"/>
            <ac:cxnSpMk id="25" creationId="{40B38DCD-EFAD-8F59-3745-EA36FFDECDB4}"/>
          </ac:cxnSpMkLst>
        </pc:cxnChg>
        <pc:cxnChg chg="add mod">
          <ac:chgData name="Mayyukh Paul" userId="15092b8876046ee5" providerId="LiveId" clId="{0A53C32E-2434-4A07-B01B-ED6CA6A278C6}" dt="2023-03-10T22:44:25.094" v="1397" actId="13822"/>
          <ac:cxnSpMkLst>
            <pc:docMk/>
            <pc:sldMk cId="2452357379" sldId="259"/>
            <ac:cxnSpMk id="27" creationId="{063A5A08-3D05-BE16-8B9A-D45FABE7D586}"/>
          </ac:cxnSpMkLst>
        </pc:cxnChg>
        <pc:cxnChg chg="add del mod">
          <ac:chgData name="Mayyukh Paul" userId="15092b8876046ee5" providerId="LiveId" clId="{0A53C32E-2434-4A07-B01B-ED6CA6A278C6}" dt="2023-03-10T22:45:35.677" v="1404" actId="11529"/>
          <ac:cxnSpMkLst>
            <pc:docMk/>
            <pc:sldMk cId="2452357379" sldId="259"/>
            <ac:cxnSpMk id="31" creationId="{19BBE8A3-0637-2088-0865-FEF5B4EFFB3E}"/>
          </ac:cxnSpMkLst>
        </pc:cxnChg>
      </pc:sldChg>
      <pc:sldChg chg="addSp delSp modSp mod modTransition">
        <pc:chgData name="Mayyukh Paul" userId="15092b8876046ee5" providerId="LiveId" clId="{0A53C32E-2434-4A07-B01B-ED6CA6A278C6}" dt="2023-03-11T12:51:28.938" v="1910" actId="1076"/>
        <pc:sldMkLst>
          <pc:docMk/>
          <pc:sldMk cId="2317395641" sldId="260"/>
        </pc:sldMkLst>
        <pc:spChg chg="mod">
          <ac:chgData name="Mayyukh Paul" userId="15092b8876046ee5" providerId="LiveId" clId="{0A53C32E-2434-4A07-B01B-ED6CA6A278C6}" dt="2023-03-11T12:44:10.388" v="1824" actId="1076"/>
          <ac:spMkLst>
            <pc:docMk/>
            <pc:sldMk cId="2317395641" sldId="260"/>
            <ac:spMk id="2" creationId="{F0FAF3C7-120D-884F-6165-31B20C898BD0}"/>
          </ac:spMkLst>
        </pc:spChg>
        <pc:spChg chg="add mod">
          <ac:chgData name="Mayyukh Paul" userId="15092b8876046ee5" providerId="LiveId" clId="{0A53C32E-2434-4A07-B01B-ED6CA6A278C6}" dt="2023-03-11T12:43:18.345" v="1810" actId="1076"/>
          <ac:spMkLst>
            <pc:docMk/>
            <pc:sldMk cId="2317395641" sldId="260"/>
            <ac:spMk id="5" creationId="{FB79FEAD-617B-EB30-41B0-0C8F1CAF1D08}"/>
          </ac:spMkLst>
        </pc:spChg>
        <pc:spChg chg="add mod">
          <ac:chgData name="Mayyukh Paul" userId="15092b8876046ee5" providerId="LiveId" clId="{0A53C32E-2434-4A07-B01B-ED6CA6A278C6}" dt="2023-03-11T12:43:23.226" v="1811" actId="1076"/>
          <ac:spMkLst>
            <pc:docMk/>
            <pc:sldMk cId="2317395641" sldId="260"/>
            <ac:spMk id="8" creationId="{5709A7BA-4F2C-3700-DF33-FBE489FEBE9A}"/>
          </ac:spMkLst>
        </pc:spChg>
        <pc:spChg chg="add mod">
          <ac:chgData name="Mayyukh Paul" userId="15092b8876046ee5" providerId="LiveId" clId="{0A53C32E-2434-4A07-B01B-ED6CA6A278C6}" dt="2023-03-11T12:43:13.451" v="1809" actId="1076"/>
          <ac:spMkLst>
            <pc:docMk/>
            <pc:sldMk cId="2317395641" sldId="260"/>
            <ac:spMk id="11" creationId="{CBC0E44C-8854-0132-C1F9-F0A96CA27B42}"/>
          </ac:spMkLst>
        </pc:spChg>
        <pc:spChg chg="add mod">
          <ac:chgData name="Mayyukh Paul" userId="15092b8876046ee5" providerId="LiveId" clId="{0A53C32E-2434-4A07-B01B-ED6CA6A278C6}" dt="2023-03-11T12:43:39.017" v="1814" actId="1076"/>
          <ac:spMkLst>
            <pc:docMk/>
            <pc:sldMk cId="2317395641" sldId="260"/>
            <ac:spMk id="14" creationId="{C74D94C0-1D1C-EDD9-C1DB-6D44DDA3DB5E}"/>
          </ac:spMkLst>
        </pc:spChg>
        <pc:spChg chg="add mod">
          <ac:chgData name="Mayyukh Paul" userId="15092b8876046ee5" providerId="LiveId" clId="{0A53C32E-2434-4A07-B01B-ED6CA6A278C6}" dt="2023-03-11T12:47:30.001" v="1855" actId="1076"/>
          <ac:spMkLst>
            <pc:docMk/>
            <pc:sldMk cId="2317395641" sldId="260"/>
            <ac:spMk id="19" creationId="{81E921C7-B017-2A08-95F2-B634756FBD38}"/>
          </ac:spMkLst>
        </pc:spChg>
        <pc:spChg chg="add mod">
          <ac:chgData name="Mayyukh Paul" userId="15092b8876046ee5" providerId="LiveId" clId="{0A53C32E-2434-4A07-B01B-ED6CA6A278C6}" dt="2023-03-11T12:51:28.938" v="1910" actId="1076"/>
          <ac:spMkLst>
            <pc:docMk/>
            <pc:sldMk cId="2317395641" sldId="260"/>
            <ac:spMk id="20" creationId="{917AE885-843C-006B-342A-A3B0846485E5}"/>
          </ac:spMkLst>
        </pc:spChg>
        <pc:picChg chg="add mod modCrop">
          <ac:chgData name="Mayyukh Paul" userId="15092b8876046ee5" providerId="LiveId" clId="{0A53C32E-2434-4A07-B01B-ED6CA6A278C6}" dt="2023-03-11T12:43:01.930" v="1807" actId="1076"/>
          <ac:picMkLst>
            <pc:docMk/>
            <pc:sldMk cId="2317395641" sldId="260"/>
            <ac:picMk id="4" creationId="{4F670278-1220-1730-E91D-A79EEF3A2D77}"/>
          </ac:picMkLst>
        </pc:picChg>
        <pc:picChg chg="add mod modCrop">
          <ac:chgData name="Mayyukh Paul" userId="15092b8876046ee5" providerId="LiveId" clId="{0A53C32E-2434-4A07-B01B-ED6CA6A278C6}" dt="2023-03-11T12:43:26.002" v="1812" actId="1076"/>
          <ac:picMkLst>
            <pc:docMk/>
            <pc:sldMk cId="2317395641" sldId="260"/>
            <ac:picMk id="7" creationId="{1EE93DEF-3E94-5F40-ECB2-F27E1643CDF7}"/>
          </ac:picMkLst>
        </pc:picChg>
        <pc:picChg chg="add mod modCrop">
          <ac:chgData name="Mayyukh Paul" userId="15092b8876046ee5" providerId="LiveId" clId="{0A53C32E-2434-4A07-B01B-ED6CA6A278C6}" dt="2023-03-11T12:43:06.250" v="1808" actId="1076"/>
          <ac:picMkLst>
            <pc:docMk/>
            <pc:sldMk cId="2317395641" sldId="260"/>
            <ac:picMk id="10" creationId="{C04566B3-908B-4354-E6BF-28C23FA9F098}"/>
          </ac:picMkLst>
        </pc:picChg>
        <pc:picChg chg="add mod modCrop">
          <ac:chgData name="Mayyukh Paul" userId="15092b8876046ee5" providerId="LiveId" clId="{0A53C32E-2434-4A07-B01B-ED6CA6A278C6}" dt="2023-03-11T12:43:33.186" v="1813" actId="1076"/>
          <ac:picMkLst>
            <pc:docMk/>
            <pc:sldMk cId="2317395641" sldId="260"/>
            <ac:picMk id="13" creationId="{F4DE1858-3EEC-173D-AF7F-DA64031363C5}"/>
          </ac:picMkLst>
        </pc:picChg>
        <pc:picChg chg="add del mod modCrop">
          <ac:chgData name="Mayyukh Paul" userId="15092b8876046ee5" providerId="LiveId" clId="{0A53C32E-2434-4A07-B01B-ED6CA6A278C6}" dt="2023-03-11T12:45:54.472" v="1827" actId="21"/>
          <ac:picMkLst>
            <pc:docMk/>
            <pc:sldMk cId="2317395641" sldId="260"/>
            <ac:picMk id="16" creationId="{F3BD0B43-B5B8-52B9-9979-8BF54EDF3AA5}"/>
          </ac:picMkLst>
        </pc:picChg>
        <pc:picChg chg="add mod modCrop">
          <ac:chgData name="Mayyukh Paul" userId="15092b8876046ee5" providerId="LiveId" clId="{0A53C32E-2434-4A07-B01B-ED6CA6A278C6}" dt="2023-03-11T12:46:50.194" v="1838" actId="1076"/>
          <ac:picMkLst>
            <pc:docMk/>
            <pc:sldMk cId="2317395641" sldId="260"/>
            <ac:picMk id="18" creationId="{BF40B805-4CBF-CE0F-CC34-034D9DC21265}"/>
          </ac:picMkLst>
        </pc:picChg>
      </pc:sldChg>
      <pc:sldChg chg="addSp delSp modSp mod modTransition">
        <pc:chgData name="Mayyukh Paul" userId="15092b8876046ee5" providerId="LiveId" clId="{0A53C32E-2434-4A07-B01B-ED6CA6A278C6}" dt="2023-03-11T21:55:13.540" v="2714" actId="20577"/>
        <pc:sldMkLst>
          <pc:docMk/>
          <pc:sldMk cId="2133797012" sldId="261"/>
        </pc:sldMkLst>
        <pc:spChg chg="mod">
          <ac:chgData name="Mayyukh Paul" userId="15092b8876046ee5" providerId="LiveId" clId="{0A53C32E-2434-4A07-B01B-ED6CA6A278C6}" dt="2023-03-11T12:49:16.512" v="1876" actId="20577"/>
          <ac:spMkLst>
            <pc:docMk/>
            <pc:sldMk cId="2133797012" sldId="261"/>
            <ac:spMk id="2" creationId="{74C67A46-5934-9CB3-9642-5AA0A7F607F7}"/>
          </ac:spMkLst>
        </pc:spChg>
        <pc:spChg chg="mod">
          <ac:chgData name="Mayyukh Paul" userId="15092b8876046ee5" providerId="LiveId" clId="{0A53C32E-2434-4A07-B01B-ED6CA6A278C6}" dt="2023-03-11T21:55:13.540" v="2714" actId="20577"/>
          <ac:spMkLst>
            <pc:docMk/>
            <pc:sldMk cId="2133797012" sldId="261"/>
            <ac:spMk id="3" creationId="{CC417447-AD62-4FF0-28CF-ED3505E7C74E}"/>
          </ac:spMkLst>
        </pc:spChg>
        <pc:spChg chg="add del mod">
          <ac:chgData name="Mayyukh Paul" userId="15092b8876046ee5" providerId="LiveId" clId="{0A53C32E-2434-4A07-B01B-ED6CA6A278C6}" dt="2023-03-11T12:48:51.326" v="1869" actId="478"/>
          <ac:spMkLst>
            <pc:docMk/>
            <pc:sldMk cId="2133797012" sldId="261"/>
            <ac:spMk id="5" creationId="{07CF4419-FC68-D7B3-5029-9446DD5D5C50}"/>
          </ac:spMkLst>
        </pc:spChg>
        <pc:spChg chg="add del mod">
          <ac:chgData name="Mayyukh Paul" userId="15092b8876046ee5" providerId="LiveId" clId="{0A53C32E-2434-4A07-B01B-ED6CA6A278C6}" dt="2023-03-11T12:49:03.988" v="1873"/>
          <ac:spMkLst>
            <pc:docMk/>
            <pc:sldMk cId="2133797012" sldId="261"/>
            <ac:spMk id="6" creationId="{BAC7E28B-AE18-FDD6-D982-F5168564E2DE}"/>
          </ac:spMkLst>
        </pc:spChg>
        <pc:spChg chg="add mod">
          <ac:chgData name="Mayyukh Paul" userId="15092b8876046ee5" providerId="LiveId" clId="{0A53C32E-2434-4A07-B01B-ED6CA6A278C6}" dt="2023-03-11T12:50:14.842" v="1888" actId="1076"/>
          <ac:spMkLst>
            <pc:docMk/>
            <pc:sldMk cId="2133797012" sldId="261"/>
            <ac:spMk id="7" creationId="{3C40548E-C24A-5276-5AB4-1F253FB3BB6C}"/>
          </ac:spMkLst>
        </pc:spChg>
        <pc:picChg chg="del">
          <ac:chgData name="Mayyukh Paul" userId="15092b8876046ee5" providerId="LiveId" clId="{0A53C32E-2434-4A07-B01B-ED6CA6A278C6}" dt="2023-03-09T20:26:45.490" v="102" actId="478"/>
          <ac:picMkLst>
            <pc:docMk/>
            <pc:sldMk cId="2133797012" sldId="261"/>
            <ac:picMk id="4" creationId="{052BF519-6429-DE07-0661-513E9E9A5D3A}"/>
          </ac:picMkLst>
        </pc:picChg>
      </pc:sldChg>
      <pc:sldChg chg="addSp delSp modSp mod modTransition">
        <pc:chgData name="Mayyukh Paul" userId="15092b8876046ee5" providerId="LiveId" clId="{0A53C32E-2434-4A07-B01B-ED6CA6A278C6}" dt="2023-03-14T00:10:36.257" v="3325" actId="27636"/>
        <pc:sldMkLst>
          <pc:docMk/>
          <pc:sldMk cId="2776703431" sldId="262"/>
        </pc:sldMkLst>
        <pc:spChg chg="mod">
          <ac:chgData name="Mayyukh Paul" userId="15092b8876046ee5" providerId="LiveId" clId="{0A53C32E-2434-4A07-B01B-ED6CA6A278C6}" dt="2023-03-14T00:07:02.541" v="3302" actId="113"/>
          <ac:spMkLst>
            <pc:docMk/>
            <pc:sldMk cId="2776703431" sldId="262"/>
            <ac:spMk id="2" creationId="{39FBF467-7CB2-78F1-7E02-71DD120F1020}"/>
          </ac:spMkLst>
        </pc:spChg>
        <pc:spChg chg="mod">
          <ac:chgData name="Mayyukh Paul" userId="15092b8876046ee5" providerId="LiveId" clId="{0A53C32E-2434-4A07-B01B-ED6CA6A278C6}" dt="2023-03-14T00:10:36.257" v="3325" actId="27636"/>
          <ac:spMkLst>
            <pc:docMk/>
            <pc:sldMk cId="2776703431" sldId="262"/>
            <ac:spMk id="3" creationId="{C836DA1A-18BD-DB83-1F94-999DECD2DE04}"/>
          </ac:spMkLst>
        </pc:spChg>
        <pc:spChg chg="add mod">
          <ac:chgData name="Mayyukh Paul" userId="15092b8876046ee5" providerId="LiveId" clId="{0A53C32E-2434-4A07-B01B-ED6CA6A278C6}" dt="2023-03-14T00:07:17.726" v="3304" actId="13926"/>
          <ac:spMkLst>
            <pc:docMk/>
            <pc:sldMk cId="2776703431" sldId="262"/>
            <ac:spMk id="4" creationId="{B93D9FC4-8ECD-44F4-ED58-9A8B07EF60DF}"/>
          </ac:spMkLst>
        </pc:spChg>
        <pc:spChg chg="del mod">
          <ac:chgData name="Mayyukh Paul" userId="15092b8876046ee5" providerId="LiveId" clId="{0A53C32E-2434-4A07-B01B-ED6CA6A278C6}" dt="2023-03-14T00:07:27.155" v="3308"/>
          <ac:spMkLst>
            <pc:docMk/>
            <pc:sldMk cId="2776703431" sldId="262"/>
            <ac:spMk id="5" creationId="{2884E1EF-BDD6-98DD-0B3F-A33497AD9D86}"/>
          </ac:spMkLst>
        </pc:spChg>
        <pc:spChg chg="add del mod">
          <ac:chgData name="Mayyukh Paul" userId="15092b8876046ee5" providerId="LiveId" clId="{0A53C32E-2434-4A07-B01B-ED6CA6A278C6}" dt="2023-03-11T21:40:57.933" v="2646"/>
          <ac:spMkLst>
            <pc:docMk/>
            <pc:sldMk cId="2776703431" sldId="262"/>
            <ac:spMk id="6" creationId="{3480DF58-EDB4-A88D-4387-69D0AE661EB4}"/>
          </ac:spMkLst>
        </pc:spChg>
        <pc:spChg chg="add mod">
          <ac:chgData name="Mayyukh Paul" userId="15092b8876046ee5" providerId="LiveId" clId="{0A53C32E-2434-4A07-B01B-ED6CA6A278C6}" dt="2023-03-11T21:41:17.731" v="2652" actId="1076"/>
          <ac:spMkLst>
            <pc:docMk/>
            <pc:sldMk cId="2776703431" sldId="262"/>
            <ac:spMk id="7" creationId="{B7F4A2CA-AB10-4C4A-A2D6-E81DF75725E7}"/>
          </ac:spMkLst>
        </pc:spChg>
        <pc:spChg chg="add del">
          <ac:chgData name="Mayyukh Paul" userId="15092b8876046ee5" providerId="LiveId" clId="{0A53C32E-2434-4A07-B01B-ED6CA6A278C6}" dt="2023-03-14T00:05:45.735" v="3289" actId="11529"/>
          <ac:spMkLst>
            <pc:docMk/>
            <pc:sldMk cId="2776703431" sldId="262"/>
            <ac:spMk id="9" creationId="{E8C79E2B-757B-2580-8E20-B619FC835D2D}"/>
          </ac:spMkLst>
        </pc:spChg>
        <pc:spChg chg="add mod ord">
          <ac:chgData name="Mayyukh Paul" userId="15092b8876046ee5" providerId="LiveId" clId="{0A53C32E-2434-4A07-B01B-ED6CA6A278C6}" dt="2023-03-14T00:07:35.550" v="3309" actId="1076"/>
          <ac:spMkLst>
            <pc:docMk/>
            <pc:sldMk cId="2776703431" sldId="262"/>
            <ac:spMk id="10" creationId="{46F8DBDF-EA22-57E6-6A32-BA2262EDA272}"/>
          </ac:spMkLst>
        </pc:spChg>
        <pc:picChg chg="add del mod modCrop">
          <ac:chgData name="Mayyukh Paul" userId="15092b8876046ee5" providerId="LiveId" clId="{0A53C32E-2434-4A07-B01B-ED6CA6A278C6}" dt="2023-03-14T00:06:20.739" v="3295" actId="21"/>
          <ac:picMkLst>
            <pc:docMk/>
            <pc:sldMk cId="2776703431" sldId="262"/>
            <ac:picMk id="8" creationId="{9510FB2B-7237-087C-361F-C1085FD7DABB}"/>
          </ac:picMkLst>
        </pc:picChg>
      </pc:sldChg>
      <pc:sldChg chg="modSp del modTransition">
        <pc:chgData name="Mayyukh Paul" userId="15092b8876046ee5" providerId="LiveId" clId="{0A53C32E-2434-4A07-B01B-ED6CA6A278C6}" dt="2023-03-11T12:51:51.650" v="1912" actId="2696"/>
        <pc:sldMkLst>
          <pc:docMk/>
          <pc:sldMk cId="3572296621" sldId="263"/>
        </pc:sldMkLst>
        <pc:spChg chg="mod">
          <ac:chgData name="Mayyukh Paul" userId="15092b8876046ee5" providerId="LiveId" clId="{0A53C32E-2434-4A07-B01B-ED6CA6A278C6}" dt="2023-03-09T20:23:22.268" v="2"/>
          <ac:spMkLst>
            <pc:docMk/>
            <pc:sldMk cId="3572296621" sldId="263"/>
            <ac:spMk id="3" creationId="{7E1B38C0-51DE-B5EB-9E94-29F2C9817FCC}"/>
          </ac:spMkLst>
        </pc:spChg>
      </pc:sldChg>
      <pc:sldChg chg="addSp delSp modSp mod modTransition">
        <pc:chgData name="Mayyukh Paul" userId="15092b8876046ee5" providerId="LiveId" clId="{0A53C32E-2434-4A07-B01B-ED6CA6A278C6}" dt="2023-03-14T00:08:44.182" v="3311" actId="27636"/>
        <pc:sldMkLst>
          <pc:docMk/>
          <pc:sldMk cId="1789060258" sldId="264"/>
        </pc:sldMkLst>
        <pc:spChg chg="mod">
          <ac:chgData name="Mayyukh Paul" userId="15092b8876046ee5" providerId="LiveId" clId="{0A53C32E-2434-4A07-B01B-ED6CA6A278C6}" dt="2023-03-11T21:38:42.157" v="2602" actId="115"/>
          <ac:spMkLst>
            <pc:docMk/>
            <pc:sldMk cId="1789060258" sldId="264"/>
            <ac:spMk id="2" creationId="{BB4763AF-E631-0202-E1AB-28D4D85919FC}"/>
          </ac:spMkLst>
        </pc:spChg>
        <pc:spChg chg="mod">
          <ac:chgData name="Mayyukh Paul" userId="15092b8876046ee5" providerId="LiveId" clId="{0A53C32E-2434-4A07-B01B-ED6CA6A278C6}" dt="2023-03-14T00:08:44.182" v="3311" actId="27636"/>
          <ac:spMkLst>
            <pc:docMk/>
            <pc:sldMk cId="1789060258" sldId="264"/>
            <ac:spMk id="3" creationId="{E190D821-776D-EB24-CDB6-F15E1AEB11DC}"/>
          </ac:spMkLst>
        </pc:spChg>
        <pc:spChg chg="add mod">
          <ac:chgData name="Mayyukh Paul" userId="15092b8876046ee5" providerId="LiveId" clId="{0A53C32E-2434-4A07-B01B-ED6CA6A278C6}" dt="2023-03-11T21:40:37.530" v="2641" actId="1076"/>
          <ac:spMkLst>
            <pc:docMk/>
            <pc:sldMk cId="1789060258" sldId="264"/>
            <ac:spMk id="4" creationId="{3E794C1C-C90A-C97E-E1E2-3C851D85374B}"/>
          </ac:spMkLst>
        </pc:spChg>
        <pc:picChg chg="del">
          <ac:chgData name="Mayyukh Paul" userId="15092b8876046ee5" providerId="LiveId" clId="{0A53C32E-2434-4A07-B01B-ED6CA6A278C6}" dt="2023-03-09T21:34:46.930" v="793" actId="478"/>
          <ac:picMkLst>
            <pc:docMk/>
            <pc:sldMk cId="1789060258" sldId="264"/>
            <ac:picMk id="6" creationId="{BC0C338A-F9F2-13D8-F04B-560E45560A84}"/>
          </ac:picMkLst>
        </pc:picChg>
      </pc:sldChg>
      <pc:sldChg chg="modSp del mod">
        <pc:chgData name="Mayyukh Paul" userId="15092b8876046ee5" providerId="LiveId" clId="{0A53C32E-2434-4A07-B01B-ED6CA6A278C6}" dt="2023-03-09T21:34:40.825" v="792" actId="2696"/>
        <pc:sldMkLst>
          <pc:docMk/>
          <pc:sldMk cId="2500451139" sldId="265"/>
        </pc:sldMkLst>
        <pc:spChg chg="mod">
          <ac:chgData name="Mayyukh Paul" userId="15092b8876046ee5" providerId="LiveId" clId="{0A53C32E-2434-4A07-B01B-ED6CA6A278C6}" dt="2023-03-09T21:34:30.845" v="791" actId="20577"/>
          <ac:spMkLst>
            <pc:docMk/>
            <pc:sldMk cId="2500451139" sldId="265"/>
            <ac:spMk id="3" creationId="{7328C4D4-A31B-4FE0-B43D-6EB80BCF4268}"/>
          </ac:spMkLst>
        </pc:spChg>
      </pc:sldChg>
      <pc:sldChg chg="addSp delSp modSp mod">
        <pc:chgData name="Mayyukh Paul" userId="15092b8876046ee5" providerId="LiveId" clId="{0A53C32E-2434-4A07-B01B-ED6CA6A278C6}" dt="2023-03-11T21:40:20.321" v="2636"/>
        <pc:sldMkLst>
          <pc:docMk/>
          <pc:sldMk cId="3581884413" sldId="266"/>
        </pc:sldMkLst>
        <pc:spChg chg="add mod">
          <ac:chgData name="Mayyukh Paul" userId="15092b8876046ee5" providerId="LiveId" clId="{0A53C32E-2434-4A07-B01B-ED6CA6A278C6}" dt="2023-03-11T21:39:21.235" v="2609" actId="1076"/>
          <ac:spMkLst>
            <pc:docMk/>
            <pc:sldMk cId="3581884413" sldId="266"/>
            <ac:spMk id="4" creationId="{BE3ABE4E-9B43-ECD0-C434-5909FEBFD89B}"/>
          </ac:spMkLst>
        </pc:spChg>
        <pc:spChg chg="add del mod">
          <ac:chgData name="Mayyukh Paul" userId="15092b8876046ee5" providerId="LiveId" clId="{0A53C32E-2434-4A07-B01B-ED6CA6A278C6}" dt="2023-03-11T21:40:20.321" v="2636"/>
          <ac:spMkLst>
            <pc:docMk/>
            <pc:sldMk cId="3581884413" sldId="266"/>
            <ac:spMk id="5" creationId="{F9CDD62C-7282-04E6-605A-B97F9A6A7E07}"/>
          </ac:spMkLst>
        </pc:spChg>
        <pc:picChg chg="add mod">
          <ac:chgData name="Mayyukh Paul" userId="15092b8876046ee5" providerId="LiveId" clId="{0A53C32E-2434-4A07-B01B-ED6CA6A278C6}" dt="2023-03-11T21:39:56.034" v="2615" actId="1076"/>
          <ac:picMkLst>
            <pc:docMk/>
            <pc:sldMk cId="3581884413" sldId="266"/>
            <ac:picMk id="2" creationId="{3F7AAD0F-27CA-F78C-22D8-F8A2E173515C}"/>
          </ac:picMkLst>
        </pc:picChg>
        <pc:picChg chg="del mod">
          <ac:chgData name="Mayyukh Paul" userId="15092b8876046ee5" providerId="LiveId" clId="{0A53C32E-2434-4A07-B01B-ED6CA6A278C6}" dt="2023-03-11T21:07:25.425" v="2038" actId="478"/>
          <ac:picMkLst>
            <pc:docMk/>
            <pc:sldMk cId="3581884413" sldId="266"/>
            <ac:picMk id="3" creationId="{4200AF4A-5DF8-5371-C9AD-3DBECEA46AA7}"/>
          </ac:picMkLst>
        </pc:picChg>
      </pc:sldChg>
      <pc:sldChg chg="addSp modSp new mod ord modTransition modClrScheme chgLayout">
        <pc:chgData name="Mayyukh Paul" userId="15092b8876046ee5" providerId="LiveId" clId="{0A53C32E-2434-4A07-B01B-ED6CA6A278C6}" dt="2023-03-11T21:39:41.731" v="2614" actId="1076"/>
        <pc:sldMkLst>
          <pc:docMk/>
          <pc:sldMk cId="3996011093" sldId="267"/>
        </pc:sldMkLst>
        <pc:spChg chg="add mod">
          <ac:chgData name="Mayyukh Paul" userId="15092b8876046ee5" providerId="LiveId" clId="{0A53C32E-2434-4A07-B01B-ED6CA6A278C6}" dt="2023-03-11T21:38:35.932" v="2601" actId="115"/>
          <ac:spMkLst>
            <pc:docMk/>
            <pc:sldMk cId="3996011093" sldId="267"/>
            <ac:spMk id="2" creationId="{BF40E6FE-2325-CE7B-A3C1-54E2412D13F3}"/>
          </ac:spMkLst>
        </pc:spChg>
        <pc:spChg chg="add mod">
          <ac:chgData name="Mayyukh Paul" userId="15092b8876046ee5" providerId="LiveId" clId="{0A53C32E-2434-4A07-B01B-ED6CA6A278C6}" dt="2023-03-11T21:38:13.042" v="2594"/>
          <ac:spMkLst>
            <pc:docMk/>
            <pc:sldMk cId="3996011093" sldId="267"/>
            <ac:spMk id="3" creationId="{B8AF7FA6-A54A-4B90-68BB-D88DF8407A74}"/>
          </ac:spMkLst>
        </pc:spChg>
        <pc:spChg chg="add mod">
          <ac:chgData name="Mayyukh Paul" userId="15092b8876046ee5" providerId="LiveId" clId="{0A53C32E-2434-4A07-B01B-ED6CA6A278C6}" dt="2023-03-11T21:39:41.731" v="2614" actId="1076"/>
          <ac:spMkLst>
            <pc:docMk/>
            <pc:sldMk cId="3996011093" sldId="267"/>
            <ac:spMk id="4" creationId="{6E12252E-72B3-B368-5ADE-AAE544D502AC}"/>
          </ac:spMkLst>
        </pc:spChg>
      </pc:sldChg>
      <pc:sldChg chg="addSp delSp modSp new del mod ord modClrScheme chgLayout">
        <pc:chgData name="Mayyukh Paul" userId="15092b8876046ee5" providerId="LiveId" clId="{0A53C32E-2434-4A07-B01B-ED6CA6A278C6}" dt="2023-03-14T00:00:26.891" v="3186" actId="2696"/>
        <pc:sldMkLst>
          <pc:docMk/>
          <pc:sldMk cId="4070357096" sldId="268"/>
        </pc:sldMkLst>
        <pc:spChg chg="del mod ord">
          <ac:chgData name="Mayyukh Paul" userId="15092b8876046ee5" providerId="LiveId" clId="{0A53C32E-2434-4A07-B01B-ED6CA6A278C6}" dt="2023-03-12T20:31:24.306" v="2969" actId="700"/>
          <ac:spMkLst>
            <pc:docMk/>
            <pc:sldMk cId="4070357096" sldId="268"/>
            <ac:spMk id="2" creationId="{82686D3E-9564-34AC-0B4B-95E842448519}"/>
          </ac:spMkLst>
        </pc:spChg>
        <pc:spChg chg="del">
          <ac:chgData name="Mayyukh Paul" userId="15092b8876046ee5" providerId="LiveId" clId="{0A53C32E-2434-4A07-B01B-ED6CA6A278C6}" dt="2023-03-12T20:31:24.306" v="2969" actId="700"/>
          <ac:spMkLst>
            <pc:docMk/>
            <pc:sldMk cId="4070357096" sldId="268"/>
            <ac:spMk id="3" creationId="{27D94554-4454-FC0D-BA85-2ECF0844EB4F}"/>
          </ac:spMkLst>
        </pc:spChg>
        <pc:spChg chg="add del mod ord">
          <ac:chgData name="Mayyukh Paul" userId="15092b8876046ee5" providerId="LiveId" clId="{0A53C32E-2434-4A07-B01B-ED6CA6A278C6}" dt="2023-03-13T23:48:17.694" v="2972" actId="700"/>
          <ac:spMkLst>
            <pc:docMk/>
            <pc:sldMk cId="4070357096" sldId="268"/>
            <ac:spMk id="4" creationId="{C2B8171B-3EDA-D27C-56BA-98D4714187C4}"/>
          </ac:spMkLst>
        </pc:spChg>
        <pc:spChg chg="add del">
          <ac:chgData name="Mayyukh Paul" userId="15092b8876046ee5" providerId="LiveId" clId="{0A53C32E-2434-4A07-B01B-ED6CA6A278C6}" dt="2023-03-13T23:50:20.813" v="2984" actId="11529"/>
          <ac:spMkLst>
            <pc:docMk/>
            <pc:sldMk cId="4070357096" sldId="268"/>
            <ac:spMk id="5" creationId="{69A506D7-D05C-1E61-0CEE-8CFBF3FA6036}"/>
          </ac:spMkLst>
        </pc:spChg>
        <pc:spChg chg="add mod ord">
          <ac:chgData name="Mayyukh Paul" userId="15092b8876046ee5" providerId="LiveId" clId="{0A53C32E-2434-4A07-B01B-ED6CA6A278C6}" dt="2023-03-13T23:59:56.950" v="3185" actId="1076"/>
          <ac:spMkLst>
            <pc:docMk/>
            <pc:sldMk cId="4070357096" sldId="268"/>
            <ac:spMk id="6" creationId="{F199EA10-25F1-9DB6-657A-3CBA6C45CB34}"/>
          </ac:spMkLst>
        </pc:spChg>
        <pc:spChg chg="add mod ord">
          <ac:chgData name="Mayyukh Paul" userId="15092b8876046ee5" providerId="LiveId" clId="{0A53C32E-2434-4A07-B01B-ED6CA6A278C6}" dt="2023-03-13T23:56:19.093" v="3121" actId="1076"/>
          <ac:spMkLst>
            <pc:docMk/>
            <pc:sldMk cId="4070357096" sldId="268"/>
            <ac:spMk id="7" creationId="{BE3DD95E-BFA4-F43B-4768-5B78788114C9}"/>
          </ac:spMkLst>
        </pc:spChg>
        <pc:spChg chg="add mod ord">
          <ac:chgData name="Mayyukh Paul" userId="15092b8876046ee5" providerId="LiveId" clId="{0A53C32E-2434-4A07-B01B-ED6CA6A278C6}" dt="2023-03-13T23:55:12.859" v="3113" actId="700"/>
          <ac:spMkLst>
            <pc:docMk/>
            <pc:sldMk cId="4070357096" sldId="268"/>
            <ac:spMk id="8" creationId="{52C14D8D-854B-6D32-5B7B-2FAD38FBA9D1}"/>
          </ac:spMkLst>
        </pc:spChg>
        <pc:picChg chg="add del mod">
          <ac:chgData name="Mayyukh Paul" userId="15092b8876046ee5" providerId="LiveId" clId="{0A53C32E-2434-4A07-B01B-ED6CA6A278C6}" dt="2023-03-13T23:51:45.311" v="2994" actId="21"/>
          <ac:picMkLst>
            <pc:docMk/>
            <pc:sldMk cId="4070357096" sldId="268"/>
            <ac:picMk id="3" creationId="{117D1C9E-184E-C444-44B7-6E3A3849BC12}"/>
          </ac:picMkLst>
        </pc:picChg>
      </pc:sldChg>
      <pc:sldChg chg="addSp delSp modSp new del mod setBg modClrScheme chgLayout">
        <pc:chgData name="Mayyukh Paul" userId="15092b8876046ee5" providerId="LiveId" clId="{0A53C32E-2434-4A07-B01B-ED6CA6A278C6}" dt="2023-03-14T00:04:49.175" v="3278" actId="2696"/>
        <pc:sldMkLst>
          <pc:docMk/>
          <pc:sldMk cId="3449211873" sldId="269"/>
        </pc:sldMkLst>
        <pc:spChg chg="del">
          <ac:chgData name="Mayyukh Paul" userId="15092b8876046ee5" providerId="LiveId" clId="{0A53C32E-2434-4A07-B01B-ED6CA6A278C6}" dt="2023-03-13T23:56:35.024" v="3123" actId="700"/>
          <ac:spMkLst>
            <pc:docMk/>
            <pc:sldMk cId="3449211873" sldId="269"/>
            <ac:spMk id="2" creationId="{BB19967E-AC23-9B06-2D53-C351DFFD8A72}"/>
          </ac:spMkLst>
        </pc:spChg>
        <pc:spChg chg="del">
          <ac:chgData name="Mayyukh Paul" userId="15092b8876046ee5" providerId="LiveId" clId="{0A53C32E-2434-4A07-B01B-ED6CA6A278C6}" dt="2023-03-13T23:56:35.024" v="3123" actId="700"/>
          <ac:spMkLst>
            <pc:docMk/>
            <pc:sldMk cId="3449211873" sldId="269"/>
            <ac:spMk id="3" creationId="{B4DAA806-2D69-BC62-8F26-3D29B7BBF044}"/>
          </ac:spMkLst>
        </pc:spChg>
        <pc:spChg chg="add del mod ord">
          <ac:chgData name="Mayyukh Paul" userId="15092b8876046ee5" providerId="LiveId" clId="{0A53C32E-2434-4A07-B01B-ED6CA6A278C6}" dt="2023-03-13T23:58:31.228" v="3146" actId="478"/>
          <ac:spMkLst>
            <pc:docMk/>
            <pc:sldMk cId="3449211873" sldId="269"/>
            <ac:spMk id="6" creationId="{B6D79291-FE1F-0965-78BD-B9A4F8520E4C}"/>
          </ac:spMkLst>
        </pc:spChg>
        <pc:spChg chg="add del mod">
          <ac:chgData name="Mayyukh Paul" userId="15092b8876046ee5" providerId="LiveId" clId="{0A53C32E-2434-4A07-B01B-ED6CA6A278C6}" dt="2023-03-13T23:58:50.561" v="3174" actId="700"/>
          <ac:spMkLst>
            <pc:docMk/>
            <pc:sldMk cId="3449211873" sldId="269"/>
            <ac:spMk id="7" creationId="{73E8E026-9056-7C7E-3855-F06528D242D5}"/>
          </ac:spMkLst>
        </pc:spChg>
        <pc:spChg chg="add del mod">
          <ac:chgData name="Mayyukh Paul" userId="15092b8876046ee5" providerId="LiveId" clId="{0A53C32E-2434-4A07-B01B-ED6CA6A278C6}" dt="2023-03-13T23:58:50.561" v="3174" actId="700"/>
          <ac:spMkLst>
            <pc:docMk/>
            <pc:sldMk cId="3449211873" sldId="269"/>
            <ac:spMk id="8" creationId="{3CA8DA47-1751-D808-421F-71E6E991C620}"/>
          </ac:spMkLst>
        </pc:spChg>
        <pc:spChg chg="add del mod">
          <ac:chgData name="Mayyukh Paul" userId="15092b8876046ee5" providerId="LiveId" clId="{0A53C32E-2434-4A07-B01B-ED6CA6A278C6}" dt="2023-03-13T23:59:02.342" v="3176" actId="700"/>
          <ac:spMkLst>
            <pc:docMk/>
            <pc:sldMk cId="3449211873" sldId="269"/>
            <ac:spMk id="9" creationId="{6B2CD467-C18B-C762-FF43-57564349E083}"/>
          </ac:spMkLst>
        </pc:spChg>
        <pc:spChg chg="add del mod">
          <ac:chgData name="Mayyukh Paul" userId="15092b8876046ee5" providerId="LiveId" clId="{0A53C32E-2434-4A07-B01B-ED6CA6A278C6}" dt="2023-03-13T23:59:02.342" v="3176" actId="700"/>
          <ac:spMkLst>
            <pc:docMk/>
            <pc:sldMk cId="3449211873" sldId="269"/>
            <ac:spMk id="10" creationId="{BB81DA70-D1C3-FEAA-16AB-058D076B8140}"/>
          </ac:spMkLst>
        </pc:spChg>
        <pc:spChg chg="add del mod">
          <ac:chgData name="Mayyukh Paul" userId="15092b8876046ee5" providerId="LiveId" clId="{0A53C32E-2434-4A07-B01B-ED6CA6A278C6}" dt="2023-03-13T23:59:44.976" v="3184" actId="700"/>
          <ac:spMkLst>
            <pc:docMk/>
            <pc:sldMk cId="3449211873" sldId="269"/>
            <ac:spMk id="11" creationId="{937653C0-C123-9C9D-8194-D2E3B9B9926B}"/>
          </ac:spMkLst>
        </pc:spChg>
        <pc:spChg chg="add del mod">
          <ac:chgData name="Mayyukh Paul" userId="15092b8876046ee5" providerId="LiveId" clId="{0A53C32E-2434-4A07-B01B-ED6CA6A278C6}" dt="2023-03-13T23:59:44.976" v="3184" actId="700"/>
          <ac:spMkLst>
            <pc:docMk/>
            <pc:sldMk cId="3449211873" sldId="269"/>
            <ac:spMk id="12" creationId="{67ECF439-1805-817A-6EFF-95E94C591C0B}"/>
          </ac:spMkLst>
        </pc:spChg>
        <pc:spChg chg="add mod">
          <ac:chgData name="Mayyukh Paul" userId="15092b8876046ee5" providerId="LiveId" clId="{0A53C32E-2434-4A07-B01B-ED6CA6A278C6}" dt="2023-03-14T00:00:39.357" v="3187" actId="700"/>
          <ac:spMkLst>
            <pc:docMk/>
            <pc:sldMk cId="3449211873" sldId="269"/>
            <ac:spMk id="13" creationId="{1B38E28F-CAFA-7862-E909-3491915C0E7A}"/>
          </ac:spMkLst>
        </pc:spChg>
        <pc:spChg chg="add del mod ord">
          <ac:chgData name="Mayyukh Paul" userId="15092b8876046ee5" providerId="LiveId" clId="{0A53C32E-2434-4A07-B01B-ED6CA6A278C6}" dt="2023-03-14T00:03:37.549" v="3277" actId="14100"/>
          <ac:spMkLst>
            <pc:docMk/>
            <pc:sldMk cId="3449211873" sldId="269"/>
            <ac:spMk id="16" creationId="{3E197736-0558-CEF1-896B-BEE77077F94B}"/>
          </ac:spMkLst>
        </pc:spChg>
        <pc:picChg chg="add del mod modCrop">
          <ac:chgData name="Mayyukh Paul" userId="15092b8876046ee5" providerId="LiveId" clId="{0A53C32E-2434-4A07-B01B-ED6CA6A278C6}" dt="2023-03-13T23:58:11.706" v="3138" actId="21"/>
          <ac:picMkLst>
            <pc:docMk/>
            <pc:sldMk cId="3449211873" sldId="269"/>
            <ac:picMk id="5" creationId="{D7526426-0879-95BB-7754-9A9BFF15C8EA}"/>
          </ac:picMkLst>
        </pc:picChg>
        <pc:picChg chg="add del mod modCrop">
          <ac:chgData name="Mayyukh Paul" userId="15092b8876046ee5" providerId="LiveId" clId="{0A53C32E-2434-4A07-B01B-ED6CA6A278C6}" dt="2023-03-14T00:02:08.445" v="3245" actId="21"/>
          <ac:picMkLst>
            <pc:docMk/>
            <pc:sldMk cId="3449211873" sldId="269"/>
            <ac:picMk id="15" creationId="{198B7ECE-82C3-FCB3-DFB6-3A3DE0DAE8C5}"/>
          </ac:picMkLst>
        </pc:picChg>
      </pc:sldChg>
      <pc:sldChg chg="new del">
        <pc:chgData name="Mayyukh Paul" userId="15092b8876046ee5" providerId="LiveId" clId="{0A53C32E-2434-4A07-B01B-ED6CA6A278C6}" dt="2023-03-13T23:59:17.946" v="3178" actId="2696"/>
        <pc:sldMkLst>
          <pc:docMk/>
          <pc:sldMk cId="223476195" sldId="270"/>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Sales(in</a:t>
            </a:r>
            <a:r>
              <a:rPr lang="en-US" baseline="0" dirty="0"/>
              <a:t> </a:t>
            </a:r>
            <a:r>
              <a:rPr lang="en-US" dirty="0"/>
              <a:t>unit)</a:t>
            </a:r>
          </a:p>
        </c:rich>
      </c:tx>
      <c:layout>
        <c:manualLayout>
          <c:xMode val="edge"/>
          <c:yMode val="edge"/>
          <c:x val="0.68249657365801963"/>
          <c:y val="1.9625060530498763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Sales9unit)</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8F1-4C05-9664-2A56C2B7930D}"/>
              </c:ext>
            </c:extLst>
          </c:dPt>
          <c:dPt>
            <c:idx val="1"/>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3-28F1-4C05-9664-2A56C2B7930D}"/>
              </c:ext>
            </c:extLst>
          </c:dPt>
          <c:dPt>
            <c:idx val="2"/>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5-28F1-4C05-9664-2A56C2B7930D}"/>
              </c:ext>
            </c:extLst>
          </c:dPt>
          <c:dPt>
            <c:idx val="3"/>
            <c:bubble3D val="0"/>
            <c:spPr>
              <a:solidFill>
                <a:schemeClr val="accent1">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7-28F1-4C05-9664-2A56C2B7930D}"/>
              </c:ext>
            </c:extLst>
          </c:dPt>
          <c:dPt>
            <c:idx val="4"/>
            <c:bubble3D val="0"/>
            <c:spPr>
              <a:solidFill>
                <a:schemeClr val="accent3">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9-28F1-4C05-9664-2A56C2B7930D}"/>
              </c:ext>
            </c:extLst>
          </c:dPt>
          <c:dLbls>
            <c:dLbl>
              <c:idx val="0"/>
              <c:layout>
                <c:manualLayout>
                  <c:x val="0"/>
                  <c:y val="-0.3901510043978416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8F1-4C05-9664-2A56C2B7930D}"/>
                </c:ext>
              </c:extLst>
            </c:dLbl>
            <c:dLbl>
              <c:idx val="1"/>
              <c:layout>
                <c:manualLayout>
                  <c:x val="-6.4175265371616483E-3"/>
                  <c:y val="1.6376944409530567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8F1-4C05-9664-2A56C2B7930D}"/>
                </c:ext>
              </c:extLst>
            </c:dLbl>
            <c:dLbl>
              <c:idx val="2"/>
              <c:layout>
                <c:manualLayout>
                  <c:x val="5.7358004061551282E-2"/>
                  <c:y val="-9.2715406343443788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8F1-4C05-9664-2A56C2B7930D}"/>
                </c:ext>
              </c:extLst>
            </c:dLbl>
            <c:dLbl>
              <c:idx val="3"/>
              <c:layout>
                <c:manualLayout>
                  <c:x val="-8.4272084823472822E-3"/>
                  <c:y val="-1.412585246438367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8F1-4C05-9664-2A56C2B7930D}"/>
                </c:ext>
              </c:extLst>
            </c:dLbl>
            <c:dLbl>
              <c:idx val="4"/>
              <c:layout>
                <c:manualLayout>
                  <c:x val="2.6657451037717564E-2"/>
                  <c:y val="-2.390135102548413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8F1-4C05-9664-2A56C2B793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Toyota</c:v>
                </c:pt>
                <c:pt idx="1">
                  <c:v>Mercedes</c:v>
                </c:pt>
                <c:pt idx="2">
                  <c:v>Volkswagen</c:v>
                </c:pt>
                <c:pt idx="3">
                  <c:v>BMW</c:v>
                </c:pt>
                <c:pt idx="4">
                  <c:v>Audi</c:v>
                </c:pt>
              </c:strCache>
            </c:strRef>
          </c:cat>
          <c:val>
            <c:numRef>
              <c:f>Sheet1!$B$2:$B$6</c:f>
              <c:numCache>
                <c:formatCode>#,##0</c:formatCode>
                <c:ptCount val="5"/>
                <c:pt idx="0">
                  <c:v>1239200</c:v>
                </c:pt>
                <c:pt idx="1">
                  <c:v>132396</c:v>
                </c:pt>
                <c:pt idx="2">
                  <c:v>550742</c:v>
                </c:pt>
                <c:pt idx="3">
                  <c:v>91541</c:v>
                </c:pt>
                <c:pt idx="4">
                  <c:v>76820</c:v>
                </c:pt>
              </c:numCache>
            </c:numRef>
          </c:val>
          <c:extLst>
            <c:ext xmlns:c16="http://schemas.microsoft.com/office/drawing/2014/chart" uri="{C3380CC4-5D6E-409C-BE32-E72D297353CC}">
              <c16:uniqueId val="{0000000A-28F1-4C05-9664-2A56C2B7930D}"/>
            </c:ext>
          </c:extLst>
        </c:ser>
        <c:dLbls>
          <c:showLegendKey val="0"/>
          <c:showVal val="0"/>
          <c:showCatName val="0"/>
          <c:showSerName val="0"/>
          <c:showPercent val="0"/>
          <c:showBubbleSize val="0"/>
          <c:showLeaderLines val="1"/>
        </c:dLbls>
      </c:pie3DChart>
      <c:spPr>
        <a:noFill/>
        <a:ln>
          <a:noFill/>
        </a:ln>
        <a:effectLst>
          <a:glow rad="127000">
            <a:schemeClr val="accent1"/>
          </a:glow>
        </a:effectLst>
      </c:spPr>
    </c:plotArea>
    <c:legend>
      <c:legendPos val="l"/>
      <c:layout>
        <c:manualLayout>
          <c:xMode val="edge"/>
          <c:yMode val="edge"/>
          <c:x val="0"/>
          <c:y val="0"/>
          <c:w val="0.15785300711489877"/>
          <c:h val="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E98D860-BBAB-44F3-8008-4CADD77972DB}" type="datetimeFigureOut">
              <a:rPr lang="en-IN" smtClean="0"/>
              <a:t>15-03-2023</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3124877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98D860-BBAB-44F3-8008-4CADD77972DB}" type="datetimeFigureOut">
              <a:rPr lang="en-IN" smtClean="0"/>
              <a:t>15-03-2023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2485741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8D860-BBAB-44F3-8008-4CADD77972DB}" type="datetimeFigureOut">
              <a:rPr lang="en-IN" smtClean="0"/>
              <a:t>15-03-2023</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1859734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98D860-BBAB-44F3-8008-4CADD77972DB}" type="datetimeFigureOut">
              <a:rPr lang="en-IN" smtClean="0"/>
              <a:t>15-03-2023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2298128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98D860-BBAB-44F3-8008-4CADD77972DB}" type="datetimeFigureOut">
              <a:rPr lang="en-IN" smtClean="0"/>
              <a:t>15-03-2023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2588455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8D860-BBAB-44F3-8008-4CADD77972DB}" type="datetimeFigureOut">
              <a:rPr lang="en-IN" smtClean="0"/>
              <a:t>15-03-2023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1960596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98D860-BBAB-44F3-8008-4CADD77972DB}" type="datetimeFigureOut">
              <a:rPr lang="en-IN" smtClean="0"/>
              <a:t>15-03-2023</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3000520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98D860-BBAB-44F3-8008-4CADD77972DB}" type="datetimeFigureOut">
              <a:rPr lang="en-IN" smtClean="0"/>
              <a:t>15-03-2023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184850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98D860-BBAB-44F3-8008-4CADD77972DB}" type="datetimeFigureOut">
              <a:rPr lang="en-IN" smtClean="0"/>
              <a:t>15-03-2023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1044987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98D860-BBAB-44F3-8008-4CADD77972DB}" type="datetimeFigureOut">
              <a:rPr lang="en-IN" smtClean="0"/>
              <a:t>15-03-2023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4288431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E98D860-BBAB-44F3-8008-4CADD77972DB}" type="datetimeFigureOut">
              <a:rPr lang="en-IN" smtClean="0"/>
              <a:t>15-03-2023</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651068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E98D860-BBAB-44F3-8008-4CADD77972DB}" type="datetimeFigureOut">
              <a:rPr lang="en-IN" smtClean="0"/>
              <a:t>15-03-2023</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3081874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8D860-BBAB-44F3-8008-4CADD77972DB}" type="datetimeFigureOut">
              <a:rPr lang="en-IN" smtClean="0"/>
              <a:t>15-03-2023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31431904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E98D860-BBAB-44F3-8008-4CADD77972DB}" type="datetimeFigureOut">
              <a:rPr lang="en-IN" smtClean="0"/>
              <a:t>15-03-2023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1511629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E98D860-BBAB-44F3-8008-4CADD77972DB}" type="datetimeFigureOut">
              <a:rPr lang="en-IN" smtClean="0"/>
              <a:t>15-03-2023</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572576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E98D860-BBAB-44F3-8008-4CADD77972DB}" type="datetimeFigureOut">
              <a:rPr lang="en-IN" smtClean="0"/>
              <a:t>15-03-2023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22501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E98D860-BBAB-44F3-8008-4CADD77972DB}" type="datetimeFigureOut">
              <a:rPr lang="en-IN" smtClean="0"/>
              <a:t>15-03-2023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C4E14EE-894A-4B25-A817-8C58EC04D1DA}" type="slidenum">
              <a:rPr lang="en-IN" smtClean="0"/>
              <a:t>‹#›</a:t>
            </a:fld>
            <a:endParaRPr lang="en-IN"/>
          </a:p>
        </p:txBody>
      </p:sp>
    </p:spTree>
    <p:extLst>
      <p:ext uri="{BB962C8B-B14F-4D97-AF65-F5344CB8AC3E}">
        <p14:creationId xmlns:p14="http://schemas.microsoft.com/office/powerpoint/2010/main" val="2487217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E98D860-BBAB-44F3-8008-4CADD77972DB}" type="datetimeFigureOut">
              <a:rPr lang="en-IN" smtClean="0"/>
              <a:t>15-03-2023</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C4E14EE-894A-4B25-A817-8C58EC04D1DA}" type="slidenum">
              <a:rPr lang="en-IN" smtClean="0"/>
              <a:t>‹#›</a:t>
            </a:fld>
            <a:endParaRPr lang="en-IN"/>
          </a:p>
        </p:txBody>
      </p:sp>
    </p:spTree>
    <p:extLst>
      <p:ext uri="{BB962C8B-B14F-4D97-AF65-F5344CB8AC3E}">
        <p14:creationId xmlns:p14="http://schemas.microsoft.com/office/powerpoint/2010/main" val="18420304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chart" Target="../charts/chart1.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team-bhp.com/forum/attachments/indian-car-scene/2108547d1610688954-2020-report-card-annual-indian-car-sales-analysis-screenshot_1.png" TargetMode="External"/><Relationship Id="rId2" Type="http://schemas.openxmlformats.org/officeDocument/2006/relationships/hyperlink" Target="https://www.team-bhp.com/news/sales-trends-luxury-cars-india-2007-2019" TargetMode="External"/><Relationship Id="rId1" Type="http://schemas.openxmlformats.org/officeDocument/2006/relationships/slideLayout" Target="../slideLayouts/slideLayout2.xml"/><Relationship Id="rId4" Type="http://schemas.openxmlformats.org/officeDocument/2006/relationships/hyperlink" Target="https://www.slideshare.net/yugeshkumardubey/automobile-sector-2691513"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5B6E5-F62F-8E07-437D-12F27D4F82CE}"/>
              </a:ext>
            </a:extLst>
          </p:cNvPr>
          <p:cNvSpPr>
            <a:spLocks noGrp="1"/>
          </p:cNvSpPr>
          <p:nvPr>
            <p:ph type="ctrTitle"/>
          </p:nvPr>
        </p:nvSpPr>
        <p:spPr>
          <a:xfrm>
            <a:off x="1777463" y="407850"/>
            <a:ext cx="8637073" cy="2541431"/>
          </a:xfrm>
        </p:spPr>
        <p:txBody>
          <a:bodyPr>
            <a:noAutofit/>
          </a:bodyPr>
          <a:lstStyle/>
          <a:p>
            <a:pPr algn="ctr"/>
            <a:r>
              <a:rPr lang="en-IN" sz="4800" dirty="0"/>
              <a:t>Presentation on Oligopoly Market : Luxury Car Industry </a:t>
            </a:r>
            <a:endParaRPr lang="en-IN" sz="4800" dirty="0">
              <a:latin typeface="Impact" panose="020B0806030902050204" pitchFamily="34" charset="0"/>
            </a:endParaRPr>
          </a:p>
        </p:txBody>
      </p:sp>
      <p:sp>
        <p:nvSpPr>
          <p:cNvPr id="3" name="Subtitle 2">
            <a:extLst>
              <a:ext uri="{FF2B5EF4-FFF2-40B4-BE49-F238E27FC236}">
                <a16:creationId xmlns:a16="http://schemas.microsoft.com/office/drawing/2014/main" id="{3BE4187A-D232-58B7-F6A8-9863FDEC705D}"/>
              </a:ext>
            </a:extLst>
          </p:cNvPr>
          <p:cNvSpPr>
            <a:spLocks noGrp="1"/>
          </p:cNvSpPr>
          <p:nvPr>
            <p:ph type="subTitle" idx="1"/>
          </p:nvPr>
        </p:nvSpPr>
        <p:spPr>
          <a:xfrm>
            <a:off x="1777463" y="3082969"/>
            <a:ext cx="8637072" cy="3129572"/>
          </a:xfrm>
        </p:spPr>
        <p:txBody>
          <a:bodyPr>
            <a:normAutofit/>
          </a:bodyPr>
          <a:lstStyle/>
          <a:p>
            <a:pPr algn="ctr"/>
            <a:r>
              <a:rPr lang="en-US" sz="2000" dirty="0">
                <a:solidFill>
                  <a:schemeClr val="bg2"/>
                </a:solidFill>
                <a:latin typeface="Sitka Small Semibold" pitchFamily="2" charset="0"/>
              </a:rPr>
              <a:t>BY</a:t>
            </a:r>
          </a:p>
          <a:p>
            <a:pPr algn="ctr"/>
            <a:r>
              <a:rPr lang="en-US" sz="2000" dirty="0">
                <a:solidFill>
                  <a:schemeClr val="bg2"/>
                </a:solidFill>
                <a:latin typeface="Sitka Small Semibold" pitchFamily="2" charset="0"/>
              </a:rPr>
              <a:t> MAYUKH PAUL </a:t>
            </a:r>
          </a:p>
          <a:p>
            <a:pPr algn="ctr"/>
            <a:r>
              <a:rPr lang="en-US" sz="2000" dirty="0">
                <a:solidFill>
                  <a:schemeClr val="bg2"/>
                </a:solidFill>
                <a:latin typeface="Sitka Small Semibold" pitchFamily="2" charset="0"/>
              </a:rPr>
              <a:t>BSC ECONOMICS  1</a:t>
            </a:r>
            <a:r>
              <a:rPr lang="en-US" sz="2000" baseline="30000" dirty="0">
                <a:solidFill>
                  <a:schemeClr val="bg2"/>
                </a:solidFill>
                <a:latin typeface="Sitka Small Semibold" pitchFamily="2" charset="0"/>
              </a:rPr>
              <a:t>ST</a:t>
            </a:r>
            <a:r>
              <a:rPr lang="en-US" sz="2000" dirty="0">
                <a:solidFill>
                  <a:schemeClr val="bg2"/>
                </a:solidFill>
                <a:latin typeface="Sitka Small Semibold" pitchFamily="2" charset="0"/>
              </a:rPr>
              <a:t> YEAR 2</a:t>
            </a:r>
            <a:r>
              <a:rPr lang="en-US" sz="2000" baseline="30000" dirty="0">
                <a:solidFill>
                  <a:schemeClr val="bg2"/>
                </a:solidFill>
                <a:latin typeface="Sitka Small Semibold" pitchFamily="2" charset="0"/>
              </a:rPr>
              <a:t>ND</a:t>
            </a:r>
            <a:r>
              <a:rPr lang="en-US" sz="2000" dirty="0">
                <a:solidFill>
                  <a:schemeClr val="bg2"/>
                </a:solidFill>
                <a:latin typeface="Sitka Small Semibold" pitchFamily="2" charset="0"/>
              </a:rPr>
              <a:t> SEM</a:t>
            </a:r>
          </a:p>
          <a:p>
            <a:pPr algn="ctr"/>
            <a:r>
              <a:rPr lang="en-US" sz="2000" dirty="0">
                <a:solidFill>
                  <a:schemeClr val="bg2"/>
                </a:solidFill>
                <a:latin typeface="Sitka Small Semibold" pitchFamily="2" charset="0"/>
              </a:rPr>
              <a:t>MICROECONOMICS</a:t>
            </a:r>
          </a:p>
          <a:p>
            <a:pPr algn="ctr"/>
            <a:r>
              <a:rPr lang="en-US" sz="2000" dirty="0">
                <a:solidFill>
                  <a:schemeClr val="bg2"/>
                </a:solidFill>
                <a:latin typeface="Sitka Small Semibold" pitchFamily="2" charset="0"/>
              </a:rPr>
              <a:t>SISTER NIVEDITA UNIVERSITY, KOLKATA</a:t>
            </a:r>
          </a:p>
          <a:p>
            <a:pPr algn="ctr"/>
            <a:r>
              <a:rPr lang="en-US" sz="2000" dirty="0">
                <a:solidFill>
                  <a:schemeClr val="bg2"/>
                </a:solidFill>
                <a:latin typeface="Sitka Small Semibold" pitchFamily="2" charset="0"/>
              </a:rPr>
              <a:t>(SNUK)</a:t>
            </a:r>
          </a:p>
          <a:p>
            <a:pPr algn="ctr"/>
            <a:endParaRPr lang="en-IN" dirty="0">
              <a:latin typeface="Sitka Small Semibold" pitchFamily="2" charset="0"/>
            </a:endParaRPr>
          </a:p>
        </p:txBody>
      </p:sp>
      <p:sp>
        <p:nvSpPr>
          <p:cNvPr id="4" name="TextBox 3">
            <a:extLst>
              <a:ext uri="{FF2B5EF4-FFF2-40B4-BE49-F238E27FC236}">
                <a16:creationId xmlns:a16="http://schemas.microsoft.com/office/drawing/2014/main" id="{7B252259-2A47-1205-5D9C-D89BD3643548}"/>
              </a:ext>
            </a:extLst>
          </p:cNvPr>
          <p:cNvSpPr txBox="1"/>
          <p:nvPr/>
        </p:nvSpPr>
        <p:spPr>
          <a:xfrm>
            <a:off x="10414535" y="418827"/>
            <a:ext cx="698224" cy="707886"/>
          </a:xfrm>
          <a:prstGeom prst="rect">
            <a:avLst/>
          </a:prstGeom>
          <a:noFill/>
        </p:spPr>
        <p:txBody>
          <a:bodyPr wrap="square" rtlCol="0">
            <a:spAutoFit/>
          </a:bodyPr>
          <a:lstStyle/>
          <a:p>
            <a:r>
              <a:rPr lang="en-IN" sz="4000" dirty="0"/>
              <a:t> </a:t>
            </a:r>
            <a:r>
              <a:rPr lang="en-IN" sz="4000" dirty="0">
                <a:solidFill>
                  <a:schemeClr val="bg1"/>
                </a:solidFill>
              </a:rPr>
              <a:t>1</a:t>
            </a:r>
          </a:p>
        </p:txBody>
      </p:sp>
    </p:spTree>
    <p:extLst>
      <p:ext uri="{BB962C8B-B14F-4D97-AF65-F5344CB8AC3E}">
        <p14:creationId xmlns:p14="http://schemas.microsoft.com/office/powerpoint/2010/main" val="1349997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67A46-5934-9CB3-9642-5AA0A7F607F7}"/>
              </a:ext>
            </a:extLst>
          </p:cNvPr>
          <p:cNvSpPr>
            <a:spLocks noGrp="1"/>
          </p:cNvSpPr>
          <p:nvPr>
            <p:ph type="title"/>
          </p:nvPr>
        </p:nvSpPr>
        <p:spPr>
          <a:xfrm>
            <a:off x="1294362" y="752899"/>
            <a:ext cx="9603275" cy="1049235"/>
          </a:xfrm>
        </p:spPr>
        <p:txBody>
          <a:bodyPr>
            <a:normAutofit/>
          </a:bodyPr>
          <a:lstStyle/>
          <a:p>
            <a:pPr algn="ctr"/>
            <a:r>
              <a:rPr lang="en-US" sz="6000" dirty="0">
                <a:effectLst>
                  <a:outerShdw blurRad="38100" dist="38100" dir="2700000" algn="tl">
                    <a:srgbClr val="000000">
                      <a:alpha val="43137"/>
                    </a:srgbClr>
                  </a:outerShdw>
                </a:effectLst>
                <a:latin typeface="Century Gothic (Headings)"/>
                <a:ea typeface="NSimSun" panose="02010609030101010101" pitchFamily="49" charset="-122"/>
              </a:rPr>
              <a:t>SLIDE PLANS</a:t>
            </a:r>
            <a:endParaRPr lang="en-IN" sz="6000" dirty="0">
              <a:effectLst>
                <a:outerShdw blurRad="38100" dist="38100" dir="2700000" algn="tl">
                  <a:srgbClr val="000000">
                    <a:alpha val="43137"/>
                  </a:srgbClr>
                </a:outerShdw>
              </a:effectLst>
              <a:latin typeface="Century Gothic (Headings)"/>
              <a:ea typeface="NSimSun" panose="02010609030101010101" pitchFamily="49" charset="-122"/>
            </a:endParaRPr>
          </a:p>
        </p:txBody>
      </p:sp>
      <p:sp>
        <p:nvSpPr>
          <p:cNvPr id="3" name="Content Placeholder 2">
            <a:extLst>
              <a:ext uri="{FF2B5EF4-FFF2-40B4-BE49-F238E27FC236}">
                <a16:creationId xmlns:a16="http://schemas.microsoft.com/office/drawing/2014/main" id="{CC417447-AD62-4FF0-28CF-ED3505E7C74E}"/>
              </a:ext>
            </a:extLst>
          </p:cNvPr>
          <p:cNvSpPr>
            <a:spLocks noGrp="1"/>
          </p:cNvSpPr>
          <p:nvPr>
            <p:ph idx="1"/>
          </p:nvPr>
        </p:nvSpPr>
        <p:spPr/>
        <p:txBody>
          <a:bodyPr>
            <a:normAutofit/>
          </a:bodyPr>
          <a:lstStyle/>
          <a:p>
            <a:pPr>
              <a:buFont typeface="Wingdings" panose="05000000000000000000" pitchFamily="2" charset="2"/>
              <a:buChar char="Ø"/>
            </a:pPr>
            <a:r>
              <a:rPr lang="en-US" sz="2400" dirty="0">
                <a:latin typeface="Century Gothic (Body)"/>
              </a:rPr>
              <a:t>INTRODUCTION </a:t>
            </a:r>
            <a:r>
              <a:rPr lang="en-US" sz="2200" dirty="0">
                <a:effectLst>
                  <a:outerShdw blurRad="38100" dist="38100" dir="2700000" algn="tl">
                    <a:srgbClr val="000000">
                      <a:alpha val="43137"/>
                    </a:srgbClr>
                  </a:outerShdw>
                </a:effectLst>
                <a:latin typeface="Century Gothic (Headings)"/>
                <a:ea typeface="NSimSun" panose="02010609030101010101" pitchFamily="49" charset="-122"/>
              </a:rPr>
              <a:t>: </a:t>
            </a:r>
            <a:r>
              <a:rPr lang="en-US" sz="2200" dirty="0">
                <a:latin typeface="Century Gothic (Headings)"/>
                <a:ea typeface="NSimSun" panose="02010609030101010101" pitchFamily="49" charset="-122"/>
              </a:rPr>
              <a:t>OLIGPOLY MARKET</a:t>
            </a:r>
            <a:endParaRPr lang="en-US" sz="2200" dirty="0">
              <a:latin typeface="Century Gothic (Body)"/>
            </a:endParaRPr>
          </a:p>
          <a:p>
            <a:pPr>
              <a:buFont typeface="Wingdings" panose="05000000000000000000" pitchFamily="2" charset="2"/>
              <a:buChar char="Ø"/>
            </a:pPr>
            <a:r>
              <a:rPr lang="en-US" sz="2400" dirty="0">
                <a:latin typeface="Century Gothic (Body)"/>
              </a:rPr>
              <a:t>LUXURY CAR INDUSTRY (AUTOMOBILE) </a:t>
            </a:r>
          </a:p>
          <a:p>
            <a:pPr>
              <a:buFont typeface="Wingdings" panose="05000000000000000000" pitchFamily="2" charset="2"/>
              <a:buChar char="Ø"/>
            </a:pPr>
            <a:r>
              <a:rPr lang="en-US" sz="2400" dirty="0">
                <a:latin typeface="Century Gothic (Body)"/>
              </a:rPr>
              <a:t>LUXURY CAR INDUSTRY SALES IN INDIA (2012-22)</a:t>
            </a:r>
          </a:p>
          <a:p>
            <a:pPr>
              <a:buFont typeface="Wingdings" panose="05000000000000000000" pitchFamily="2" charset="2"/>
              <a:buChar char="Ø"/>
            </a:pPr>
            <a:r>
              <a:rPr lang="en-US" sz="2400" dirty="0">
                <a:latin typeface="Century Gothic (Body)"/>
              </a:rPr>
              <a:t>LUXURY CAR PRODUCTION(2007-21) </a:t>
            </a:r>
          </a:p>
          <a:p>
            <a:pPr>
              <a:buFont typeface="Wingdings" panose="05000000000000000000" pitchFamily="2" charset="2"/>
              <a:buChar char="Ø"/>
            </a:pPr>
            <a:r>
              <a:rPr lang="en-US" sz="2400" dirty="0">
                <a:latin typeface="Century Gothic (Body)"/>
              </a:rPr>
              <a:t>TECHNICAL REGULATIONS &amp; STANDARDIZATION </a:t>
            </a:r>
          </a:p>
          <a:p>
            <a:pPr>
              <a:buFont typeface="Wingdings" panose="05000000000000000000" pitchFamily="2" charset="2"/>
              <a:buChar char="Ø"/>
            </a:pPr>
            <a:r>
              <a:rPr lang="en-US" sz="2400" dirty="0">
                <a:latin typeface="Century Gothic (Body)"/>
              </a:rPr>
              <a:t>CONCLUSION</a:t>
            </a:r>
          </a:p>
          <a:p>
            <a:pPr>
              <a:buFont typeface="Wingdings" panose="05000000000000000000" pitchFamily="2" charset="2"/>
              <a:buChar char="Ø"/>
            </a:pPr>
            <a:endParaRPr lang="en-US" sz="2400" dirty="0">
              <a:latin typeface="Century Gothic (Body)"/>
            </a:endParaRPr>
          </a:p>
        </p:txBody>
      </p:sp>
      <p:sp>
        <p:nvSpPr>
          <p:cNvPr id="7" name="TextBox 6">
            <a:extLst>
              <a:ext uri="{FF2B5EF4-FFF2-40B4-BE49-F238E27FC236}">
                <a16:creationId xmlns:a16="http://schemas.microsoft.com/office/drawing/2014/main" id="{3C40548E-C24A-5276-5AB4-1F253FB3BB6C}"/>
              </a:ext>
            </a:extLst>
          </p:cNvPr>
          <p:cNvSpPr txBox="1"/>
          <p:nvPr/>
        </p:nvSpPr>
        <p:spPr>
          <a:xfrm>
            <a:off x="10552923" y="398956"/>
            <a:ext cx="522515" cy="707886"/>
          </a:xfrm>
          <a:prstGeom prst="rect">
            <a:avLst/>
          </a:prstGeom>
          <a:noFill/>
        </p:spPr>
        <p:txBody>
          <a:bodyPr wrap="square" rtlCol="0">
            <a:spAutoFit/>
          </a:bodyPr>
          <a:lstStyle/>
          <a:p>
            <a:r>
              <a:rPr lang="en-IN" sz="4000" dirty="0">
                <a:solidFill>
                  <a:schemeClr val="bg1"/>
                </a:solidFill>
              </a:rPr>
              <a:t>2</a:t>
            </a:r>
          </a:p>
        </p:txBody>
      </p:sp>
    </p:spTree>
    <p:extLst>
      <p:ext uri="{BB962C8B-B14F-4D97-AF65-F5344CB8AC3E}">
        <p14:creationId xmlns:p14="http://schemas.microsoft.com/office/powerpoint/2010/main" val="213379701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68748-C0F4-B08B-761D-77E913273CA5}"/>
              </a:ext>
            </a:extLst>
          </p:cNvPr>
          <p:cNvSpPr>
            <a:spLocks noGrp="1"/>
          </p:cNvSpPr>
          <p:nvPr>
            <p:ph type="title"/>
          </p:nvPr>
        </p:nvSpPr>
        <p:spPr>
          <a:xfrm>
            <a:off x="1154954" y="652180"/>
            <a:ext cx="9603275" cy="1049235"/>
          </a:xfrm>
        </p:spPr>
        <p:txBody>
          <a:bodyPr>
            <a:normAutofit/>
          </a:bodyPr>
          <a:lstStyle/>
          <a:p>
            <a:pPr algn="ctr"/>
            <a:r>
              <a:rPr lang="en-US" dirty="0">
                <a:effectLst>
                  <a:outerShdw blurRad="38100" dist="38100" dir="2700000" algn="tl">
                    <a:srgbClr val="000000">
                      <a:alpha val="43137"/>
                    </a:srgbClr>
                  </a:outerShdw>
                </a:effectLst>
                <a:latin typeface="Century Gothic (Headings)"/>
                <a:ea typeface="NSimSun" panose="02010609030101010101" pitchFamily="49" charset="-122"/>
              </a:rPr>
              <a:t>INTRODUCTION     :    OLIGPOLY MARKET</a:t>
            </a:r>
            <a:endParaRPr lang="en-IN" dirty="0">
              <a:effectLst>
                <a:outerShdw blurRad="38100" dist="38100" dir="2700000" algn="tl">
                  <a:srgbClr val="000000">
                    <a:alpha val="43137"/>
                  </a:srgbClr>
                </a:outerShdw>
              </a:effectLst>
              <a:latin typeface="Century Gothic (Headings)"/>
              <a:ea typeface="NSimSun" panose="02010609030101010101" pitchFamily="49" charset="-122"/>
            </a:endParaRPr>
          </a:p>
        </p:txBody>
      </p:sp>
      <p:sp>
        <p:nvSpPr>
          <p:cNvPr id="3" name="Content Placeholder 2">
            <a:extLst>
              <a:ext uri="{FF2B5EF4-FFF2-40B4-BE49-F238E27FC236}">
                <a16:creationId xmlns:a16="http://schemas.microsoft.com/office/drawing/2014/main" id="{07EA5050-3939-BE74-A52F-ECB639562951}"/>
              </a:ext>
            </a:extLst>
          </p:cNvPr>
          <p:cNvSpPr>
            <a:spLocks noGrp="1"/>
          </p:cNvSpPr>
          <p:nvPr>
            <p:ph idx="1"/>
          </p:nvPr>
        </p:nvSpPr>
        <p:spPr>
          <a:xfrm>
            <a:off x="5438345" y="3570744"/>
            <a:ext cx="6272863" cy="3589441"/>
          </a:xfrm>
        </p:spPr>
        <p:txBody>
          <a:bodyPr>
            <a:normAutofit/>
          </a:bodyPr>
          <a:lstStyle/>
          <a:p>
            <a:pPr>
              <a:buFont typeface="Wingdings" panose="05000000000000000000" pitchFamily="2" charset="2"/>
              <a:buChar char="q"/>
            </a:pPr>
            <a:r>
              <a:rPr lang="en-IN" sz="2400" dirty="0">
                <a:ea typeface="Cascadia Mono ExtraLight" panose="020B0609020000020004" pitchFamily="49" charset="0"/>
                <a:cs typeface="Cascadia Mono ExtraLight" panose="020B0609020000020004" pitchFamily="49" charset="0"/>
              </a:rPr>
              <a:t>Potential for collision in order to raise prices and realize a higher economic profit.</a:t>
            </a:r>
          </a:p>
          <a:p>
            <a:pPr>
              <a:buFont typeface="Wingdings" panose="05000000000000000000" pitchFamily="2" charset="2"/>
              <a:buChar char="q"/>
            </a:pPr>
            <a:r>
              <a:rPr lang="en-IN" sz="2400" dirty="0">
                <a:ea typeface="Cascadia Mono ExtraLight" panose="020B0609020000020004" pitchFamily="49" charset="0"/>
                <a:cs typeface="Cascadia Mono ExtraLight" panose="020B0609020000020004" pitchFamily="49" charset="0"/>
              </a:rPr>
              <a:t>Few sellers and large number of buyers. </a:t>
            </a:r>
          </a:p>
          <a:p>
            <a:pPr>
              <a:buFont typeface="Wingdings" panose="05000000000000000000" pitchFamily="2" charset="2"/>
              <a:buChar char="q"/>
            </a:pPr>
            <a:r>
              <a:rPr lang="en-IN" sz="2400" dirty="0">
                <a:ea typeface="Cascadia Mono ExtraLight" panose="020B0609020000020004" pitchFamily="49" charset="0"/>
                <a:cs typeface="Cascadia Mono ExtraLight" panose="020B0609020000020004" pitchFamily="49" charset="0"/>
              </a:rPr>
              <a:t>Homogenous or differentiate product. </a:t>
            </a:r>
          </a:p>
          <a:p>
            <a:pPr>
              <a:buFont typeface="Wingdings" panose="05000000000000000000" pitchFamily="2" charset="2"/>
              <a:buChar char="q"/>
            </a:pPr>
            <a:r>
              <a:rPr lang="en-US" sz="2400" dirty="0">
                <a:ea typeface="Cascadia Mono ExtraLight" panose="020B0609020000020004" pitchFamily="49" charset="0"/>
                <a:cs typeface="Cascadia Mono ExtraLight" panose="020B0609020000020004" pitchFamily="49" charset="0"/>
              </a:rPr>
              <a:t>High barriers to new entry.</a:t>
            </a:r>
            <a:endParaRPr lang="en-IN" sz="2400" dirty="0">
              <a:ea typeface="Cascadia Mono ExtraLight" panose="020B0609020000020004" pitchFamily="49" charset="0"/>
              <a:cs typeface="Cascadia Mono ExtraLight" panose="020B0609020000020004" pitchFamily="49" charset="0"/>
            </a:endParaRPr>
          </a:p>
        </p:txBody>
      </p:sp>
      <p:sp>
        <p:nvSpPr>
          <p:cNvPr id="11" name="TextBox 10">
            <a:extLst>
              <a:ext uri="{FF2B5EF4-FFF2-40B4-BE49-F238E27FC236}">
                <a16:creationId xmlns:a16="http://schemas.microsoft.com/office/drawing/2014/main" id="{9423834D-E5B1-C1AB-7B7A-D32477536EF6}"/>
              </a:ext>
            </a:extLst>
          </p:cNvPr>
          <p:cNvSpPr txBox="1"/>
          <p:nvPr/>
        </p:nvSpPr>
        <p:spPr>
          <a:xfrm>
            <a:off x="11623427" y="6099635"/>
            <a:ext cx="502919" cy="646331"/>
          </a:xfrm>
          <a:prstGeom prst="rect">
            <a:avLst/>
          </a:prstGeom>
          <a:noFill/>
        </p:spPr>
        <p:txBody>
          <a:bodyPr wrap="square" rtlCol="0">
            <a:spAutoFit/>
          </a:bodyPr>
          <a:lstStyle/>
          <a:p>
            <a:r>
              <a:rPr lang="en-US" sz="3600" b="1" dirty="0">
                <a:solidFill>
                  <a:schemeClr val="bg1"/>
                </a:solidFill>
                <a:latin typeface="Cambria Math" panose="02040503050406030204" pitchFamily="18" charset="0"/>
                <a:ea typeface="Cambria Math" panose="02040503050406030204" pitchFamily="18" charset="0"/>
              </a:rPr>
              <a:t>1</a:t>
            </a:r>
            <a:endParaRPr lang="en-IN" sz="3600" b="1" dirty="0">
              <a:solidFill>
                <a:schemeClr val="bg1"/>
              </a:solidFill>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7FD44A83-D1E8-D3A4-5DF2-BB04BA133D1F}"/>
              </a:ext>
            </a:extLst>
          </p:cNvPr>
          <p:cNvSpPr txBox="1"/>
          <p:nvPr/>
        </p:nvSpPr>
        <p:spPr>
          <a:xfrm>
            <a:off x="347347" y="3676261"/>
            <a:ext cx="4917233" cy="2677656"/>
          </a:xfrm>
          <a:prstGeom prst="rect">
            <a:avLst/>
          </a:prstGeom>
          <a:noFill/>
        </p:spPr>
        <p:txBody>
          <a:bodyPr wrap="square" rtlCol="0">
            <a:spAutoFit/>
          </a:bodyPr>
          <a:lstStyle/>
          <a:p>
            <a:r>
              <a:rPr lang="en-IN" sz="2400" dirty="0"/>
              <a:t>A large number of firm in </a:t>
            </a:r>
            <a:r>
              <a:rPr lang="en-IN" sz="2400" dirty="0">
                <a:latin typeface="+mj-lt"/>
              </a:rPr>
              <a:t>the</a:t>
            </a:r>
            <a:r>
              <a:rPr lang="en-IN" sz="2400" dirty="0"/>
              <a:t> industry but in the industry is dominated by small firm of very larger producer.</a:t>
            </a:r>
            <a:br>
              <a:rPr lang="en-IN" sz="2400" dirty="0"/>
            </a:br>
            <a:br>
              <a:rPr lang="en-IN" sz="2400" dirty="0"/>
            </a:br>
            <a:r>
              <a:rPr lang="en-IN" sz="2400" dirty="0"/>
              <a:t>For e.g. Google Android and Apple IOS</a:t>
            </a:r>
          </a:p>
        </p:txBody>
      </p:sp>
      <p:cxnSp>
        <p:nvCxnSpPr>
          <p:cNvPr id="6" name="Straight Connector 5">
            <a:extLst>
              <a:ext uri="{FF2B5EF4-FFF2-40B4-BE49-F238E27FC236}">
                <a16:creationId xmlns:a16="http://schemas.microsoft.com/office/drawing/2014/main" id="{7F1854E5-BA3B-BD3C-B1FC-76224C0170AF}"/>
              </a:ext>
            </a:extLst>
          </p:cNvPr>
          <p:cNvCxnSpPr>
            <a:cxnSpLocks/>
          </p:cNvCxnSpPr>
          <p:nvPr/>
        </p:nvCxnSpPr>
        <p:spPr>
          <a:xfrm>
            <a:off x="5324475" y="3676261"/>
            <a:ext cx="0" cy="2572139"/>
          </a:xfrm>
          <a:prstGeom prst="line">
            <a:avLst/>
          </a:prstGeom>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DEBCF7D3-A798-C531-CC33-91BF1FFD9A34}"/>
              </a:ext>
            </a:extLst>
          </p:cNvPr>
          <p:cNvSpPr txBox="1"/>
          <p:nvPr/>
        </p:nvSpPr>
        <p:spPr>
          <a:xfrm>
            <a:off x="10580914" y="404423"/>
            <a:ext cx="530776" cy="707886"/>
          </a:xfrm>
          <a:prstGeom prst="rect">
            <a:avLst/>
          </a:prstGeom>
          <a:noFill/>
        </p:spPr>
        <p:txBody>
          <a:bodyPr wrap="square" rtlCol="0">
            <a:spAutoFit/>
          </a:bodyPr>
          <a:lstStyle/>
          <a:p>
            <a:r>
              <a:rPr lang="en-IN" sz="4000" dirty="0">
                <a:solidFill>
                  <a:schemeClr val="bg1"/>
                </a:solidFill>
              </a:rPr>
              <a:t>3</a:t>
            </a:r>
          </a:p>
        </p:txBody>
      </p:sp>
      <p:pic>
        <p:nvPicPr>
          <p:cNvPr id="15" name="Picture 14">
            <a:extLst>
              <a:ext uri="{FF2B5EF4-FFF2-40B4-BE49-F238E27FC236}">
                <a16:creationId xmlns:a16="http://schemas.microsoft.com/office/drawing/2014/main" id="{3EC3FECC-8D95-AC12-47EC-A473B07118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2655" y="609600"/>
            <a:ext cx="7283850" cy="3803788"/>
          </a:xfrm>
          <a:prstGeom prst="rect">
            <a:avLst/>
          </a:prstGeom>
        </p:spPr>
      </p:pic>
    </p:spTree>
    <p:extLst>
      <p:ext uri="{BB962C8B-B14F-4D97-AF65-F5344CB8AC3E}">
        <p14:creationId xmlns:p14="http://schemas.microsoft.com/office/powerpoint/2010/main" val="1909923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6652A-D4F5-69BF-D7B4-5E3D5526BC2B}"/>
              </a:ext>
            </a:extLst>
          </p:cNvPr>
          <p:cNvSpPr>
            <a:spLocks noGrp="1"/>
          </p:cNvSpPr>
          <p:nvPr>
            <p:ph type="title"/>
          </p:nvPr>
        </p:nvSpPr>
        <p:spPr>
          <a:xfrm>
            <a:off x="1059693" y="366271"/>
            <a:ext cx="9603275" cy="1683425"/>
          </a:xfrm>
        </p:spPr>
        <p:txBody>
          <a:bodyPr>
            <a:normAutofit/>
          </a:bodyPr>
          <a:lstStyle/>
          <a:p>
            <a:pPr algn="ctr"/>
            <a:r>
              <a:rPr lang="en-IN" sz="4000" dirty="0">
                <a:effectLst>
                  <a:outerShdw blurRad="38100" dist="38100" dir="2700000" algn="tl">
                    <a:srgbClr val="000000">
                      <a:alpha val="43137"/>
                    </a:srgbClr>
                  </a:outerShdw>
                </a:effectLst>
                <a:latin typeface="Century Gothic (Headings)"/>
                <a:ea typeface="NSimSun" panose="02010609030101010101" pitchFamily="49" charset="-122"/>
              </a:rPr>
              <a:t>LUXURY CAR INDUSTRY (AUTOMOBILE)</a:t>
            </a:r>
          </a:p>
        </p:txBody>
      </p:sp>
      <p:sp>
        <p:nvSpPr>
          <p:cNvPr id="3" name="Content Placeholder 2">
            <a:extLst>
              <a:ext uri="{FF2B5EF4-FFF2-40B4-BE49-F238E27FC236}">
                <a16:creationId xmlns:a16="http://schemas.microsoft.com/office/drawing/2014/main" id="{0DA373C5-AA5D-378A-457D-CDEDC5774281}"/>
              </a:ext>
            </a:extLst>
          </p:cNvPr>
          <p:cNvSpPr>
            <a:spLocks noGrp="1"/>
          </p:cNvSpPr>
          <p:nvPr>
            <p:ph idx="1"/>
          </p:nvPr>
        </p:nvSpPr>
        <p:spPr>
          <a:xfrm>
            <a:off x="1145624" y="2379565"/>
            <a:ext cx="8825659" cy="3416300"/>
          </a:xfrm>
        </p:spPr>
        <p:txBody>
          <a:bodyPr>
            <a:normAutofit/>
          </a:bodyPr>
          <a:lstStyle/>
          <a:p>
            <a:pPr marL="0" indent="0">
              <a:buNone/>
            </a:pPr>
            <a:r>
              <a:rPr lang="en-IN" sz="2000" dirty="0">
                <a:solidFill>
                  <a:schemeClr val="tx1"/>
                </a:solidFill>
                <a:latin typeface="Century Gothic (Headings)"/>
                <a:cs typeface="Arial" panose="020B0604020202020204" pitchFamily="34" charset="0"/>
              </a:rPr>
              <a:t>Automobiles Industry is considered  an Oligopoly market because </a:t>
            </a:r>
            <a:r>
              <a:rPr lang="en-US" sz="2000" dirty="0">
                <a:solidFill>
                  <a:schemeClr val="tx1"/>
                </a:solidFill>
                <a:latin typeface="Century Gothic (Headings)"/>
                <a:cs typeface="Arial" panose="020B0604020202020204" pitchFamily="34" charset="0"/>
              </a:rPr>
              <a:t>it has considerable boundaries to enter it, it relies on brand loyalty and image to make sales, and it is dominated by four major automobile companies.</a:t>
            </a:r>
            <a:br>
              <a:rPr lang="en-US" sz="2000" dirty="0">
                <a:solidFill>
                  <a:schemeClr val="tx1"/>
                </a:solidFill>
                <a:latin typeface="Century Gothic (Headings)"/>
                <a:cs typeface="Arial" panose="020B0604020202020204" pitchFamily="34" charset="0"/>
              </a:rPr>
            </a:br>
            <a:r>
              <a:rPr lang="en-US" sz="2000" dirty="0">
                <a:solidFill>
                  <a:schemeClr val="tx1"/>
                </a:solidFill>
                <a:latin typeface="Century Gothic (Headings)"/>
                <a:cs typeface="Arial" panose="020B0604020202020204" pitchFamily="34" charset="0"/>
              </a:rPr>
              <a:t>And that four companies are Toyota, Mercedes-Benz, Volkswagen, BMV and Audi. This ensures not only the companies' survival but also their mutual ascendance and usually massive profits.</a:t>
            </a:r>
            <a:endParaRPr lang="en-IN" sz="2000" dirty="0">
              <a:solidFill>
                <a:schemeClr val="tx1"/>
              </a:solidFill>
              <a:latin typeface="Century Gothic (Headings)"/>
              <a:cs typeface="Arial" panose="020B0604020202020204" pitchFamily="34" charset="0"/>
            </a:endParaRPr>
          </a:p>
        </p:txBody>
      </p:sp>
      <p:sp>
        <p:nvSpPr>
          <p:cNvPr id="5" name="TextBox 4">
            <a:extLst>
              <a:ext uri="{FF2B5EF4-FFF2-40B4-BE49-F238E27FC236}">
                <a16:creationId xmlns:a16="http://schemas.microsoft.com/office/drawing/2014/main" id="{8D769303-1BB1-6BA1-A12D-9A77D11329F1}"/>
              </a:ext>
            </a:extLst>
          </p:cNvPr>
          <p:cNvSpPr txBox="1"/>
          <p:nvPr/>
        </p:nvSpPr>
        <p:spPr>
          <a:xfrm>
            <a:off x="11623427" y="6140824"/>
            <a:ext cx="376518" cy="646331"/>
          </a:xfrm>
          <a:prstGeom prst="rect">
            <a:avLst/>
          </a:prstGeom>
          <a:noFill/>
        </p:spPr>
        <p:txBody>
          <a:bodyPr wrap="square" rtlCol="0">
            <a:spAutoFit/>
          </a:bodyPr>
          <a:lstStyle/>
          <a:p>
            <a:r>
              <a:rPr lang="en-US" sz="3600" b="1" dirty="0">
                <a:solidFill>
                  <a:schemeClr val="bg1"/>
                </a:solidFill>
                <a:latin typeface="Cambria Math" panose="02040503050406030204" pitchFamily="18" charset="0"/>
                <a:ea typeface="Cambria Math" panose="02040503050406030204" pitchFamily="18" charset="0"/>
              </a:rPr>
              <a:t>2</a:t>
            </a:r>
            <a:endParaRPr lang="en-IN" sz="3600" b="1" dirty="0">
              <a:solidFill>
                <a:schemeClr val="bg1"/>
              </a:solidFill>
              <a:latin typeface="Cambria Math" panose="02040503050406030204" pitchFamily="18" charset="0"/>
              <a:ea typeface="Cambria Math" panose="02040503050406030204" pitchFamily="18" charset="0"/>
            </a:endParaRPr>
          </a:p>
        </p:txBody>
      </p:sp>
      <p:pic>
        <p:nvPicPr>
          <p:cNvPr id="21" name="Picture 20">
            <a:extLst>
              <a:ext uri="{FF2B5EF4-FFF2-40B4-BE49-F238E27FC236}">
                <a16:creationId xmlns:a16="http://schemas.microsoft.com/office/drawing/2014/main" id="{FE2A014D-A637-8D5D-ABE7-FFD46968F3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991" y="4889151"/>
            <a:ext cx="1683425" cy="1683425"/>
          </a:xfrm>
          <a:prstGeom prst="rect">
            <a:avLst/>
          </a:prstGeom>
        </p:spPr>
      </p:pic>
      <p:pic>
        <p:nvPicPr>
          <p:cNvPr id="23" name="Picture 22">
            <a:extLst>
              <a:ext uri="{FF2B5EF4-FFF2-40B4-BE49-F238E27FC236}">
                <a16:creationId xmlns:a16="http://schemas.microsoft.com/office/drawing/2014/main" id="{E0A27B82-2262-CC8C-0BF9-C4031CDD29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5890" y="4736555"/>
            <a:ext cx="3264037" cy="1836021"/>
          </a:xfrm>
          <a:prstGeom prst="rect">
            <a:avLst/>
          </a:prstGeom>
        </p:spPr>
      </p:pic>
      <p:pic>
        <p:nvPicPr>
          <p:cNvPr id="25" name="Picture 24">
            <a:extLst>
              <a:ext uri="{FF2B5EF4-FFF2-40B4-BE49-F238E27FC236}">
                <a16:creationId xmlns:a16="http://schemas.microsoft.com/office/drawing/2014/main" id="{42B9FE09-F411-EF5A-7F7D-769BECC8F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8884" y="4402194"/>
            <a:ext cx="2590368" cy="2590368"/>
          </a:xfrm>
          <a:prstGeom prst="rect">
            <a:avLst/>
          </a:prstGeom>
        </p:spPr>
      </p:pic>
      <p:pic>
        <p:nvPicPr>
          <p:cNvPr id="27" name="Picture 26">
            <a:extLst>
              <a:ext uri="{FF2B5EF4-FFF2-40B4-BE49-F238E27FC236}">
                <a16:creationId xmlns:a16="http://schemas.microsoft.com/office/drawing/2014/main" id="{82894AD7-63F0-9E50-4E6A-2D78023290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7350" y="4692446"/>
            <a:ext cx="1390651" cy="1390651"/>
          </a:xfrm>
          <a:prstGeom prst="rect">
            <a:avLst/>
          </a:prstGeom>
        </p:spPr>
      </p:pic>
      <p:sp>
        <p:nvSpPr>
          <p:cNvPr id="4" name="TextBox 3">
            <a:extLst>
              <a:ext uri="{FF2B5EF4-FFF2-40B4-BE49-F238E27FC236}">
                <a16:creationId xmlns:a16="http://schemas.microsoft.com/office/drawing/2014/main" id="{A2D29F39-6217-8425-D8DF-347AD85D291F}"/>
              </a:ext>
            </a:extLst>
          </p:cNvPr>
          <p:cNvSpPr txBox="1"/>
          <p:nvPr/>
        </p:nvSpPr>
        <p:spPr>
          <a:xfrm>
            <a:off x="7624088" y="6153820"/>
            <a:ext cx="999251" cy="400110"/>
          </a:xfrm>
          <a:prstGeom prst="rect">
            <a:avLst/>
          </a:prstGeom>
          <a:noFill/>
        </p:spPr>
        <p:txBody>
          <a:bodyPr wrap="square" rtlCol="0">
            <a:spAutoFit/>
          </a:bodyPr>
          <a:lstStyle/>
          <a:p>
            <a:r>
              <a:rPr lang="en-IN" sz="2000" dirty="0">
                <a:latin typeface="Bernard MT Condensed" panose="02050806060905020404" pitchFamily="18" charset="0"/>
              </a:rPr>
              <a:t>  BMW</a:t>
            </a:r>
          </a:p>
        </p:txBody>
      </p:sp>
      <p:pic>
        <p:nvPicPr>
          <p:cNvPr id="8" name="Picture 7">
            <a:extLst>
              <a:ext uri="{FF2B5EF4-FFF2-40B4-BE49-F238E27FC236}">
                <a16:creationId xmlns:a16="http://schemas.microsoft.com/office/drawing/2014/main" id="{D8203836-E2C6-7DC5-12D9-2F1E6A63DF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92311" y="4720914"/>
            <a:ext cx="2619375" cy="1743075"/>
          </a:xfrm>
          <a:prstGeom prst="rect">
            <a:avLst/>
          </a:prstGeom>
        </p:spPr>
      </p:pic>
      <p:sp>
        <p:nvSpPr>
          <p:cNvPr id="6" name="TextBox 5">
            <a:extLst>
              <a:ext uri="{FF2B5EF4-FFF2-40B4-BE49-F238E27FC236}">
                <a16:creationId xmlns:a16="http://schemas.microsoft.com/office/drawing/2014/main" id="{EA555E6E-5FA7-E480-B6CB-484883B3DB94}"/>
              </a:ext>
            </a:extLst>
          </p:cNvPr>
          <p:cNvSpPr txBox="1"/>
          <p:nvPr/>
        </p:nvSpPr>
        <p:spPr>
          <a:xfrm>
            <a:off x="10501998" y="366271"/>
            <a:ext cx="468398" cy="707886"/>
          </a:xfrm>
          <a:prstGeom prst="rect">
            <a:avLst/>
          </a:prstGeom>
          <a:noFill/>
        </p:spPr>
        <p:txBody>
          <a:bodyPr wrap="none" rtlCol="0">
            <a:spAutoFit/>
          </a:bodyPr>
          <a:lstStyle/>
          <a:p>
            <a:r>
              <a:rPr lang="en-IN" sz="4000" dirty="0">
                <a:solidFill>
                  <a:schemeClr val="bg1"/>
                </a:solidFill>
              </a:rPr>
              <a:t>4</a:t>
            </a:r>
          </a:p>
        </p:txBody>
      </p:sp>
    </p:spTree>
    <p:extLst>
      <p:ext uri="{BB962C8B-B14F-4D97-AF65-F5344CB8AC3E}">
        <p14:creationId xmlns:p14="http://schemas.microsoft.com/office/powerpoint/2010/main" val="210774114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B988BF-FE38-A084-480C-E690B0BCFCCE}"/>
              </a:ext>
            </a:extLst>
          </p:cNvPr>
          <p:cNvSpPr txBox="1"/>
          <p:nvPr/>
        </p:nvSpPr>
        <p:spPr>
          <a:xfrm flipH="1">
            <a:off x="11623427" y="6140824"/>
            <a:ext cx="384587" cy="646331"/>
          </a:xfrm>
          <a:prstGeom prst="rect">
            <a:avLst/>
          </a:prstGeom>
          <a:noFill/>
        </p:spPr>
        <p:txBody>
          <a:bodyPr wrap="square" rtlCol="0">
            <a:spAutoFit/>
          </a:bodyPr>
          <a:lstStyle/>
          <a:p>
            <a:r>
              <a:rPr lang="en-US" sz="3600" b="1" dirty="0">
                <a:solidFill>
                  <a:schemeClr val="bg1"/>
                </a:solidFill>
                <a:latin typeface="Cambria Math" panose="02040503050406030204" pitchFamily="18" charset="0"/>
                <a:ea typeface="Cambria Math" panose="02040503050406030204" pitchFamily="18" charset="0"/>
              </a:rPr>
              <a:t>3</a:t>
            </a:r>
            <a:endParaRPr lang="en-IN" sz="3600" b="1" dirty="0">
              <a:solidFill>
                <a:schemeClr val="bg1"/>
              </a:solidFill>
              <a:latin typeface="Cambria Math" panose="02040503050406030204" pitchFamily="18" charset="0"/>
              <a:ea typeface="Cambria Math" panose="02040503050406030204" pitchFamily="18" charset="0"/>
            </a:endParaRPr>
          </a:p>
        </p:txBody>
      </p:sp>
      <p:sp>
        <p:nvSpPr>
          <p:cNvPr id="2" name="Title 1">
            <a:extLst>
              <a:ext uri="{FF2B5EF4-FFF2-40B4-BE49-F238E27FC236}">
                <a16:creationId xmlns:a16="http://schemas.microsoft.com/office/drawing/2014/main" id="{F67D1579-8F09-9796-CB8E-DB51260FA0D4}"/>
              </a:ext>
            </a:extLst>
          </p:cNvPr>
          <p:cNvSpPr>
            <a:spLocks noGrp="1"/>
          </p:cNvSpPr>
          <p:nvPr>
            <p:ph type="title"/>
          </p:nvPr>
        </p:nvSpPr>
        <p:spPr>
          <a:xfrm>
            <a:off x="1266922" y="908354"/>
            <a:ext cx="8761413" cy="706964"/>
          </a:xfrm>
        </p:spPr>
        <p:txBody>
          <a:bodyPr/>
          <a:lstStyle/>
          <a:p>
            <a:r>
              <a:rPr lang="en-IN" dirty="0"/>
              <a:t>      </a:t>
            </a:r>
          </a:p>
        </p:txBody>
      </p:sp>
      <p:graphicFrame>
        <p:nvGraphicFramePr>
          <p:cNvPr id="10" name="Chart 9">
            <a:extLst>
              <a:ext uri="{FF2B5EF4-FFF2-40B4-BE49-F238E27FC236}">
                <a16:creationId xmlns:a16="http://schemas.microsoft.com/office/drawing/2014/main" id="{C7A0E17C-962D-BFDB-2FC8-DAAFD025389C}"/>
              </a:ext>
            </a:extLst>
          </p:cNvPr>
          <p:cNvGraphicFramePr/>
          <p:nvPr>
            <p:extLst>
              <p:ext uri="{D42A27DB-BD31-4B8C-83A1-F6EECF244321}">
                <p14:modId xmlns:p14="http://schemas.microsoft.com/office/powerpoint/2010/main" val="3540090504"/>
              </p:ext>
            </p:extLst>
          </p:nvPr>
        </p:nvGraphicFramePr>
        <p:xfrm>
          <a:off x="2396438" y="2267339"/>
          <a:ext cx="8130391" cy="4590661"/>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7AB19F6E-3FC2-78A4-BD84-898270C90053}"/>
              </a:ext>
            </a:extLst>
          </p:cNvPr>
          <p:cNvSpPr txBox="1"/>
          <p:nvPr/>
        </p:nvSpPr>
        <p:spPr>
          <a:xfrm>
            <a:off x="904875" y="942586"/>
            <a:ext cx="10020203" cy="584775"/>
          </a:xfrm>
          <a:prstGeom prst="rect">
            <a:avLst/>
          </a:prstGeom>
          <a:noFill/>
        </p:spPr>
        <p:txBody>
          <a:bodyPr wrap="square" rtlCol="0">
            <a:spAutoFit/>
          </a:bodyPr>
          <a:lstStyle/>
          <a:p>
            <a:r>
              <a:rPr lang="en-IN" sz="3200" dirty="0">
                <a:solidFill>
                  <a:schemeClr val="bg1"/>
                </a:solidFill>
                <a:effectLst>
                  <a:outerShdw blurRad="38100" dist="38100" dir="2700000" algn="tl">
                    <a:srgbClr val="000000">
                      <a:alpha val="43137"/>
                    </a:srgbClr>
                  </a:outerShdw>
                </a:effectLst>
                <a:latin typeface="Century Gothic (Headings)"/>
              </a:rPr>
              <a:t>LUXURY CAR INDUSTRY SALES IN INDIA (2012-22)</a:t>
            </a:r>
          </a:p>
        </p:txBody>
      </p:sp>
      <p:pic>
        <p:nvPicPr>
          <p:cNvPr id="13" name="Picture 12">
            <a:extLst>
              <a:ext uri="{FF2B5EF4-FFF2-40B4-BE49-F238E27FC236}">
                <a16:creationId xmlns:a16="http://schemas.microsoft.com/office/drawing/2014/main" id="{4AB72A46-571E-5500-AAEB-02A1FC6FC191}"/>
              </a:ext>
            </a:extLst>
          </p:cNvPr>
          <p:cNvPicPr>
            <a:picLocks noChangeAspect="1"/>
          </p:cNvPicPr>
          <p:nvPr/>
        </p:nvPicPr>
        <p:blipFill rotWithShape="1">
          <a:blip r:embed="rId3">
            <a:extLst>
              <a:ext uri="{28A0092B-C50C-407E-A947-70E740481C1C}">
                <a14:useLocalDpi xmlns:a14="http://schemas.microsoft.com/office/drawing/2010/main" val="0"/>
              </a:ext>
            </a:extLst>
          </a:blip>
          <a:srcRect t="24370"/>
          <a:stretch/>
        </p:blipFill>
        <p:spPr>
          <a:xfrm>
            <a:off x="-56869" y="5631165"/>
            <a:ext cx="2647581" cy="1251483"/>
          </a:xfrm>
          <a:prstGeom prst="rect">
            <a:avLst/>
          </a:prstGeom>
        </p:spPr>
      </p:pic>
      <p:pic>
        <p:nvPicPr>
          <p:cNvPr id="17" name="Picture 16">
            <a:extLst>
              <a:ext uri="{FF2B5EF4-FFF2-40B4-BE49-F238E27FC236}">
                <a16:creationId xmlns:a16="http://schemas.microsoft.com/office/drawing/2014/main" id="{EF19E41D-EE56-F5BC-8446-60AD2A640D8D}"/>
              </a:ext>
            </a:extLst>
          </p:cNvPr>
          <p:cNvPicPr>
            <a:picLocks noChangeAspect="1"/>
          </p:cNvPicPr>
          <p:nvPr/>
        </p:nvPicPr>
        <p:blipFill rotWithShape="1">
          <a:blip r:embed="rId4">
            <a:extLst>
              <a:ext uri="{28A0092B-C50C-407E-A947-70E740481C1C}">
                <a14:useLocalDpi xmlns:a14="http://schemas.microsoft.com/office/drawing/2010/main" val="0"/>
              </a:ext>
            </a:extLst>
          </a:blip>
          <a:srcRect t="33979" b="9490"/>
          <a:stretch/>
        </p:blipFill>
        <p:spPr>
          <a:xfrm>
            <a:off x="226042" y="4749285"/>
            <a:ext cx="1991415" cy="1125760"/>
          </a:xfrm>
          <a:prstGeom prst="rect">
            <a:avLst/>
          </a:prstGeom>
        </p:spPr>
      </p:pic>
      <p:pic>
        <p:nvPicPr>
          <p:cNvPr id="19" name="Picture 18">
            <a:extLst>
              <a:ext uri="{FF2B5EF4-FFF2-40B4-BE49-F238E27FC236}">
                <a16:creationId xmlns:a16="http://schemas.microsoft.com/office/drawing/2014/main" id="{518108C1-7F6B-BD7E-51BC-882408D4D1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685" y="3999789"/>
            <a:ext cx="1998676" cy="1125760"/>
          </a:xfrm>
          <a:prstGeom prst="rect">
            <a:avLst/>
          </a:prstGeom>
        </p:spPr>
      </p:pic>
      <p:pic>
        <p:nvPicPr>
          <p:cNvPr id="21" name="Picture 20">
            <a:extLst>
              <a:ext uri="{FF2B5EF4-FFF2-40B4-BE49-F238E27FC236}">
                <a16:creationId xmlns:a16="http://schemas.microsoft.com/office/drawing/2014/main" id="{1855DF35-C0BA-5E6F-D761-DBEF598A0F95}"/>
              </a:ext>
            </a:extLst>
          </p:cNvPr>
          <p:cNvPicPr>
            <a:picLocks noChangeAspect="1"/>
          </p:cNvPicPr>
          <p:nvPr/>
        </p:nvPicPr>
        <p:blipFill rotWithShape="1">
          <a:blip r:embed="rId6">
            <a:extLst>
              <a:ext uri="{28A0092B-C50C-407E-A947-70E740481C1C}">
                <a14:useLocalDpi xmlns:a14="http://schemas.microsoft.com/office/drawing/2010/main" val="0"/>
              </a:ext>
            </a:extLst>
          </a:blip>
          <a:srcRect t="16942" b="22364"/>
          <a:stretch/>
        </p:blipFill>
        <p:spPr>
          <a:xfrm>
            <a:off x="7608" y="3233300"/>
            <a:ext cx="2583104" cy="881879"/>
          </a:xfrm>
          <a:prstGeom prst="rect">
            <a:avLst/>
          </a:prstGeom>
        </p:spPr>
      </p:pic>
      <p:pic>
        <p:nvPicPr>
          <p:cNvPr id="23" name="Picture 22">
            <a:extLst>
              <a:ext uri="{FF2B5EF4-FFF2-40B4-BE49-F238E27FC236}">
                <a16:creationId xmlns:a16="http://schemas.microsoft.com/office/drawing/2014/main" id="{B2D0AA29-9F9C-41F8-9C72-869ABED045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197" y="2119958"/>
            <a:ext cx="2111925" cy="1145867"/>
          </a:xfrm>
          <a:prstGeom prst="rect">
            <a:avLst/>
          </a:prstGeom>
        </p:spPr>
      </p:pic>
      <p:cxnSp>
        <p:nvCxnSpPr>
          <p:cNvPr id="25" name="Straight Connector 24">
            <a:extLst>
              <a:ext uri="{FF2B5EF4-FFF2-40B4-BE49-F238E27FC236}">
                <a16:creationId xmlns:a16="http://schemas.microsoft.com/office/drawing/2014/main" id="{40B38DCD-EFAD-8F59-3745-EA36FFDECDB4}"/>
              </a:ext>
            </a:extLst>
          </p:cNvPr>
          <p:cNvCxnSpPr/>
          <p:nvPr/>
        </p:nvCxnSpPr>
        <p:spPr>
          <a:xfrm flipV="1">
            <a:off x="9160809" y="3452532"/>
            <a:ext cx="137832" cy="110939"/>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63A5A08-3D05-BE16-8B9A-D45FABE7D586}"/>
              </a:ext>
            </a:extLst>
          </p:cNvPr>
          <p:cNvCxnSpPr>
            <a:cxnSpLocks/>
          </p:cNvCxnSpPr>
          <p:nvPr/>
        </p:nvCxnSpPr>
        <p:spPr>
          <a:xfrm flipV="1">
            <a:off x="9298641" y="3405468"/>
            <a:ext cx="143758" cy="47064"/>
          </a:xfrm>
          <a:prstGeom prst="line">
            <a:avLst/>
          </a:prstGeom>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1103B316-B5E7-136D-8654-DCAE8B9D858E}"/>
              </a:ext>
            </a:extLst>
          </p:cNvPr>
          <p:cNvSpPr txBox="1"/>
          <p:nvPr/>
        </p:nvSpPr>
        <p:spPr>
          <a:xfrm>
            <a:off x="10526829" y="349989"/>
            <a:ext cx="468398" cy="707886"/>
          </a:xfrm>
          <a:prstGeom prst="rect">
            <a:avLst/>
          </a:prstGeom>
          <a:noFill/>
        </p:spPr>
        <p:txBody>
          <a:bodyPr wrap="none" rtlCol="0">
            <a:spAutoFit/>
          </a:bodyPr>
          <a:lstStyle/>
          <a:p>
            <a:r>
              <a:rPr lang="en-IN" sz="4000" dirty="0">
                <a:solidFill>
                  <a:schemeClr val="bg1"/>
                </a:solidFill>
              </a:rPr>
              <a:t>5</a:t>
            </a:r>
          </a:p>
        </p:txBody>
      </p:sp>
    </p:spTree>
    <p:extLst>
      <p:ext uri="{BB962C8B-B14F-4D97-AF65-F5344CB8AC3E}">
        <p14:creationId xmlns:p14="http://schemas.microsoft.com/office/powerpoint/2010/main" val="245235737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AF3C7-120D-884F-6165-31B20C898BD0}"/>
              </a:ext>
            </a:extLst>
          </p:cNvPr>
          <p:cNvSpPr>
            <a:spLocks noGrp="1"/>
          </p:cNvSpPr>
          <p:nvPr>
            <p:ph type="title"/>
          </p:nvPr>
        </p:nvSpPr>
        <p:spPr>
          <a:xfrm>
            <a:off x="1556171" y="936028"/>
            <a:ext cx="8761413" cy="706964"/>
          </a:xfrm>
        </p:spPr>
        <p:txBody>
          <a:bodyPr/>
          <a:lstStyle/>
          <a:p>
            <a:r>
              <a:rPr lang="en-IN" dirty="0"/>
              <a:t>LUXURY CAR PRODUCTION(2007-21) </a:t>
            </a:r>
          </a:p>
        </p:txBody>
      </p:sp>
      <p:pic>
        <p:nvPicPr>
          <p:cNvPr id="4" name="Picture 3">
            <a:extLst>
              <a:ext uri="{FF2B5EF4-FFF2-40B4-BE49-F238E27FC236}">
                <a16:creationId xmlns:a16="http://schemas.microsoft.com/office/drawing/2014/main" id="{4F670278-1220-1730-E91D-A79EEF3A2D77}"/>
              </a:ext>
            </a:extLst>
          </p:cNvPr>
          <p:cNvPicPr>
            <a:picLocks noChangeAspect="1"/>
          </p:cNvPicPr>
          <p:nvPr/>
        </p:nvPicPr>
        <p:blipFill rotWithShape="1">
          <a:blip r:embed="rId2">
            <a:extLst>
              <a:ext uri="{28A0092B-C50C-407E-A947-70E740481C1C}">
                <a14:useLocalDpi xmlns:a14="http://schemas.microsoft.com/office/drawing/2010/main" val="0"/>
              </a:ext>
            </a:extLst>
          </a:blip>
          <a:srcRect t="7310" b="10018"/>
          <a:stretch/>
        </p:blipFill>
        <p:spPr>
          <a:xfrm>
            <a:off x="172859" y="2719673"/>
            <a:ext cx="3663525" cy="1786240"/>
          </a:xfrm>
          <a:prstGeom prst="rect">
            <a:avLst/>
          </a:prstGeom>
        </p:spPr>
      </p:pic>
      <p:sp>
        <p:nvSpPr>
          <p:cNvPr id="5" name="TextBox 4">
            <a:extLst>
              <a:ext uri="{FF2B5EF4-FFF2-40B4-BE49-F238E27FC236}">
                <a16:creationId xmlns:a16="http://schemas.microsoft.com/office/drawing/2014/main" id="{FB79FEAD-617B-EB30-41B0-0C8F1CAF1D08}"/>
              </a:ext>
            </a:extLst>
          </p:cNvPr>
          <p:cNvSpPr txBox="1"/>
          <p:nvPr/>
        </p:nvSpPr>
        <p:spPr>
          <a:xfrm>
            <a:off x="194331" y="2269083"/>
            <a:ext cx="2192694" cy="369332"/>
          </a:xfrm>
          <a:prstGeom prst="rect">
            <a:avLst/>
          </a:prstGeom>
          <a:noFill/>
        </p:spPr>
        <p:txBody>
          <a:bodyPr wrap="square" rtlCol="0">
            <a:spAutoFit/>
          </a:bodyPr>
          <a:lstStyle/>
          <a:p>
            <a:pPr marL="285750" indent="-285750">
              <a:buFont typeface="Wingdings" panose="05000000000000000000" pitchFamily="2" charset="2"/>
              <a:buChar char="§"/>
            </a:pPr>
            <a:r>
              <a:rPr lang="en-IN" dirty="0"/>
              <a:t>TOYOTA</a:t>
            </a:r>
          </a:p>
        </p:txBody>
      </p:sp>
      <p:pic>
        <p:nvPicPr>
          <p:cNvPr id="7" name="Picture 6">
            <a:extLst>
              <a:ext uri="{FF2B5EF4-FFF2-40B4-BE49-F238E27FC236}">
                <a16:creationId xmlns:a16="http://schemas.microsoft.com/office/drawing/2014/main" id="{1EE93DEF-3E94-5F40-ECB2-F27E1643CDF7}"/>
              </a:ext>
            </a:extLst>
          </p:cNvPr>
          <p:cNvPicPr>
            <a:picLocks noChangeAspect="1"/>
          </p:cNvPicPr>
          <p:nvPr/>
        </p:nvPicPr>
        <p:blipFill rotWithShape="1">
          <a:blip r:embed="rId3">
            <a:extLst>
              <a:ext uri="{28A0092B-C50C-407E-A947-70E740481C1C}">
                <a14:useLocalDpi xmlns:a14="http://schemas.microsoft.com/office/drawing/2010/main" val="0"/>
              </a:ext>
            </a:extLst>
          </a:blip>
          <a:srcRect l="6195" t="21360" r="3027" b="17279"/>
          <a:stretch/>
        </p:blipFill>
        <p:spPr>
          <a:xfrm>
            <a:off x="8223808" y="2730849"/>
            <a:ext cx="3672932" cy="1786241"/>
          </a:xfrm>
          <a:prstGeom prst="rect">
            <a:avLst/>
          </a:prstGeom>
        </p:spPr>
      </p:pic>
      <p:sp>
        <p:nvSpPr>
          <p:cNvPr id="8" name="TextBox 7">
            <a:extLst>
              <a:ext uri="{FF2B5EF4-FFF2-40B4-BE49-F238E27FC236}">
                <a16:creationId xmlns:a16="http://schemas.microsoft.com/office/drawing/2014/main" id="{5709A7BA-4F2C-3700-DF33-FBE489FEBE9A}"/>
              </a:ext>
            </a:extLst>
          </p:cNvPr>
          <p:cNvSpPr txBox="1"/>
          <p:nvPr/>
        </p:nvSpPr>
        <p:spPr>
          <a:xfrm>
            <a:off x="8223808" y="2350341"/>
            <a:ext cx="3023119" cy="369332"/>
          </a:xfrm>
          <a:prstGeom prst="rect">
            <a:avLst/>
          </a:prstGeom>
          <a:noFill/>
        </p:spPr>
        <p:txBody>
          <a:bodyPr wrap="square" rtlCol="0">
            <a:spAutoFit/>
          </a:bodyPr>
          <a:lstStyle/>
          <a:p>
            <a:pPr marL="285750" indent="-285750">
              <a:buFont typeface="Wingdings" panose="05000000000000000000" pitchFamily="2" charset="2"/>
              <a:buChar char="§"/>
            </a:pPr>
            <a:r>
              <a:rPr lang="en-IN" dirty="0"/>
              <a:t>VOLKSWAGEN</a:t>
            </a:r>
          </a:p>
        </p:txBody>
      </p:sp>
      <p:pic>
        <p:nvPicPr>
          <p:cNvPr id="10" name="Picture 9">
            <a:extLst>
              <a:ext uri="{FF2B5EF4-FFF2-40B4-BE49-F238E27FC236}">
                <a16:creationId xmlns:a16="http://schemas.microsoft.com/office/drawing/2014/main" id="{C04566B3-908B-4354-E6BF-28C23FA9F098}"/>
              </a:ext>
            </a:extLst>
          </p:cNvPr>
          <p:cNvPicPr>
            <a:picLocks noChangeAspect="1"/>
          </p:cNvPicPr>
          <p:nvPr/>
        </p:nvPicPr>
        <p:blipFill rotWithShape="1">
          <a:blip r:embed="rId4">
            <a:extLst>
              <a:ext uri="{28A0092B-C50C-407E-A947-70E740481C1C}">
                <a14:useLocalDpi xmlns:a14="http://schemas.microsoft.com/office/drawing/2010/main" val="0"/>
              </a:ext>
            </a:extLst>
          </a:blip>
          <a:srcRect l="4096" t="1789" r="3452" b="9147"/>
          <a:stretch/>
        </p:blipFill>
        <p:spPr>
          <a:xfrm>
            <a:off x="3998792" y="2719673"/>
            <a:ext cx="3672932" cy="1786240"/>
          </a:xfrm>
          <a:prstGeom prst="rect">
            <a:avLst/>
          </a:prstGeom>
        </p:spPr>
      </p:pic>
      <p:sp>
        <p:nvSpPr>
          <p:cNvPr id="11" name="TextBox 10">
            <a:extLst>
              <a:ext uri="{FF2B5EF4-FFF2-40B4-BE49-F238E27FC236}">
                <a16:creationId xmlns:a16="http://schemas.microsoft.com/office/drawing/2014/main" id="{CBC0E44C-8854-0132-C1F9-F0A96CA27B42}"/>
              </a:ext>
            </a:extLst>
          </p:cNvPr>
          <p:cNvSpPr txBox="1"/>
          <p:nvPr/>
        </p:nvSpPr>
        <p:spPr>
          <a:xfrm>
            <a:off x="3998792" y="2269083"/>
            <a:ext cx="3194176" cy="369332"/>
          </a:xfrm>
          <a:prstGeom prst="rect">
            <a:avLst/>
          </a:prstGeom>
          <a:noFill/>
        </p:spPr>
        <p:txBody>
          <a:bodyPr wrap="square" rtlCol="0">
            <a:spAutoFit/>
          </a:bodyPr>
          <a:lstStyle/>
          <a:p>
            <a:pPr marL="285750" indent="-285750">
              <a:buFont typeface="Wingdings" panose="05000000000000000000" pitchFamily="2" charset="2"/>
              <a:buChar char="§"/>
            </a:pPr>
            <a:r>
              <a:rPr lang="en-IN" dirty="0"/>
              <a:t>MERCEDES-BENZ</a:t>
            </a:r>
          </a:p>
        </p:txBody>
      </p:sp>
      <p:pic>
        <p:nvPicPr>
          <p:cNvPr id="13" name="Picture 12">
            <a:extLst>
              <a:ext uri="{FF2B5EF4-FFF2-40B4-BE49-F238E27FC236}">
                <a16:creationId xmlns:a16="http://schemas.microsoft.com/office/drawing/2014/main" id="{F4DE1858-3EEC-173D-AF7F-DA64031363C5}"/>
              </a:ext>
            </a:extLst>
          </p:cNvPr>
          <p:cNvPicPr>
            <a:picLocks noChangeAspect="1"/>
          </p:cNvPicPr>
          <p:nvPr/>
        </p:nvPicPr>
        <p:blipFill rotWithShape="1">
          <a:blip r:embed="rId5">
            <a:extLst>
              <a:ext uri="{28A0092B-C50C-407E-A947-70E740481C1C}">
                <a14:useLocalDpi xmlns:a14="http://schemas.microsoft.com/office/drawing/2010/main" val="0"/>
              </a:ext>
            </a:extLst>
          </a:blip>
          <a:srcRect l="3303" r="4244" b="7331"/>
          <a:stretch/>
        </p:blipFill>
        <p:spPr>
          <a:xfrm>
            <a:off x="1383835" y="5027155"/>
            <a:ext cx="3672931" cy="1714353"/>
          </a:xfrm>
          <a:prstGeom prst="rect">
            <a:avLst/>
          </a:prstGeom>
        </p:spPr>
      </p:pic>
      <p:sp>
        <p:nvSpPr>
          <p:cNvPr id="14" name="TextBox 13">
            <a:extLst>
              <a:ext uri="{FF2B5EF4-FFF2-40B4-BE49-F238E27FC236}">
                <a16:creationId xmlns:a16="http://schemas.microsoft.com/office/drawing/2014/main" id="{C74D94C0-1D1C-EDD9-C1DB-6D44DDA3DB5E}"/>
              </a:ext>
            </a:extLst>
          </p:cNvPr>
          <p:cNvSpPr txBox="1"/>
          <p:nvPr/>
        </p:nvSpPr>
        <p:spPr>
          <a:xfrm>
            <a:off x="1383835" y="4581868"/>
            <a:ext cx="3312367" cy="369332"/>
          </a:xfrm>
          <a:prstGeom prst="rect">
            <a:avLst/>
          </a:prstGeom>
          <a:noFill/>
        </p:spPr>
        <p:txBody>
          <a:bodyPr wrap="square" rtlCol="0">
            <a:spAutoFit/>
          </a:bodyPr>
          <a:lstStyle/>
          <a:p>
            <a:pPr marL="285750" indent="-285750">
              <a:buFont typeface="Wingdings" panose="05000000000000000000" pitchFamily="2" charset="2"/>
              <a:buChar char="§"/>
            </a:pPr>
            <a:r>
              <a:rPr lang="en-IN" dirty="0"/>
              <a:t>BMV</a:t>
            </a:r>
          </a:p>
        </p:txBody>
      </p:sp>
      <p:pic>
        <p:nvPicPr>
          <p:cNvPr id="18" name="Picture 17">
            <a:extLst>
              <a:ext uri="{FF2B5EF4-FFF2-40B4-BE49-F238E27FC236}">
                <a16:creationId xmlns:a16="http://schemas.microsoft.com/office/drawing/2014/main" id="{BF40B805-4CBF-CE0F-CC34-034D9DC21265}"/>
              </a:ext>
            </a:extLst>
          </p:cNvPr>
          <p:cNvPicPr>
            <a:picLocks noChangeAspect="1"/>
          </p:cNvPicPr>
          <p:nvPr/>
        </p:nvPicPr>
        <p:blipFill rotWithShape="1">
          <a:blip r:embed="rId6">
            <a:extLst>
              <a:ext uri="{28A0092B-C50C-407E-A947-70E740481C1C}">
                <a14:useLocalDpi xmlns:a14="http://schemas.microsoft.com/office/drawing/2010/main" val="0"/>
              </a:ext>
            </a:extLst>
          </a:blip>
          <a:srcRect l="3180" t="2006" r="3374" b="11039"/>
          <a:stretch/>
        </p:blipFill>
        <p:spPr>
          <a:xfrm>
            <a:off x="6644652" y="5027155"/>
            <a:ext cx="3672932" cy="1655200"/>
          </a:xfrm>
          <a:prstGeom prst="rect">
            <a:avLst/>
          </a:prstGeom>
        </p:spPr>
      </p:pic>
      <p:sp>
        <p:nvSpPr>
          <p:cNvPr id="19" name="TextBox 18">
            <a:extLst>
              <a:ext uri="{FF2B5EF4-FFF2-40B4-BE49-F238E27FC236}">
                <a16:creationId xmlns:a16="http://schemas.microsoft.com/office/drawing/2014/main" id="{81E921C7-B017-2A08-95F2-B634756FBD38}"/>
              </a:ext>
            </a:extLst>
          </p:cNvPr>
          <p:cNvSpPr txBox="1"/>
          <p:nvPr/>
        </p:nvSpPr>
        <p:spPr>
          <a:xfrm>
            <a:off x="6644652" y="4657823"/>
            <a:ext cx="2705877" cy="369332"/>
          </a:xfrm>
          <a:prstGeom prst="rect">
            <a:avLst/>
          </a:prstGeom>
          <a:noFill/>
        </p:spPr>
        <p:txBody>
          <a:bodyPr wrap="square" rtlCol="0">
            <a:spAutoFit/>
          </a:bodyPr>
          <a:lstStyle/>
          <a:p>
            <a:pPr marL="285750" indent="-285750">
              <a:buFont typeface="Wingdings" panose="05000000000000000000" pitchFamily="2" charset="2"/>
              <a:buChar char="§"/>
            </a:pPr>
            <a:r>
              <a:rPr lang="en-IN" dirty="0"/>
              <a:t>AUDI(2005-21)</a:t>
            </a:r>
          </a:p>
        </p:txBody>
      </p:sp>
      <p:sp>
        <p:nvSpPr>
          <p:cNvPr id="20" name="TextBox 19">
            <a:extLst>
              <a:ext uri="{FF2B5EF4-FFF2-40B4-BE49-F238E27FC236}">
                <a16:creationId xmlns:a16="http://schemas.microsoft.com/office/drawing/2014/main" id="{917AE885-843C-006B-342A-A3B0846485E5}"/>
              </a:ext>
            </a:extLst>
          </p:cNvPr>
          <p:cNvSpPr txBox="1"/>
          <p:nvPr/>
        </p:nvSpPr>
        <p:spPr>
          <a:xfrm>
            <a:off x="10534262" y="391886"/>
            <a:ext cx="468398" cy="707886"/>
          </a:xfrm>
          <a:prstGeom prst="rect">
            <a:avLst/>
          </a:prstGeom>
          <a:noFill/>
        </p:spPr>
        <p:txBody>
          <a:bodyPr wrap="none" rtlCol="0">
            <a:spAutoFit/>
          </a:bodyPr>
          <a:lstStyle/>
          <a:p>
            <a:r>
              <a:rPr lang="en-IN" sz="4000" dirty="0">
                <a:solidFill>
                  <a:schemeClr val="bg1"/>
                </a:solidFill>
              </a:rPr>
              <a:t>6</a:t>
            </a:r>
          </a:p>
        </p:txBody>
      </p:sp>
    </p:spTree>
    <p:extLst>
      <p:ext uri="{BB962C8B-B14F-4D97-AF65-F5344CB8AC3E}">
        <p14:creationId xmlns:p14="http://schemas.microsoft.com/office/powerpoint/2010/main" val="231739564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6F8DBDF-EA22-57E6-6A32-BA2262EDA272}"/>
              </a:ext>
            </a:extLst>
          </p:cNvPr>
          <p:cNvSpPr/>
          <p:nvPr/>
        </p:nvSpPr>
        <p:spPr>
          <a:xfrm>
            <a:off x="0" y="0"/>
            <a:ext cx="12234666" cy="6922655"/>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9FBF467-7CB2-78F1-7E02-71DD120F1020}"/>
              </a:ext>
            </a:extLst>
          </p:cNvPr>
          <p:cNvSpPr>
            <a:spLocks noGrp="1"/>
          </p:cNvSpPr>
          <p:nvPr>
            <p:ph type="title"/>
          </p:nvPr>
        </p:nvSpPr>
        <p:spPr>
          <a:xfrm>
            <a:off x="911537" y="587646"/>
            <a:ext cx="9603275" cy="1049235"/>
          </a:xfrm>
        </p:spPr>
        <p:txBody>
          <a:bodyPr>
            <a:normAutofit fontScale="90000"/>
          </a:bodyPr>
          <a:lstStyle/>
          <a:p>
            <a:pPr algn="ctr"/>
            <a:r>
              <a:rPr lang="en-IN" b="1" dirty="0">
                <a:solidFill>
                  <a:schemeClr val="tx1"/>
                </a:solidFill>
                <a:highlight>
                  <a:srgbClr val="FFFF00"/>
                </a:highlight>
                <a:ea typeface="NSimSun" panose="02010609030101010101" pitchFamily="49" charset="-122"/>
              </a:rPr>
              <a:t>TECHNICAL REGULATIONS &amp; STANDARDIZATION </a:t>
            </a:r>
          </a:p>
        </p:txBody>
      </p:sp>
      <p:sp>
        <p:nvSpPr>
          <p:cNvPr id="3" name="Content Placeholder 2">
            <a:extLst>
              <a:ext uri="{FF2B5EF4-FFF2-40B4-BE49-F238E27FC236}">
                <a16:creationId xmlns:a16="http://schemas.microsoft.com/office/drawing/2014/main" id="{C836DA1A-18BD-DB83-1F94-999DECD2DE04}"/>
              </a:ext>
            </a:extLst>
          </p:cNvPr>
          <p:cNvSpPr>
            <a:spLocks noGrp="1"/>
          </p:cNvSpPr>
          <p:nvPr>
            <p:ph idx="1"/>
          </p:nvPr>
        </p:nvSpPr>
        <p:spPr>
          <a:xfrm>
            <a:off x="1026367" y="2377430"/>
            <a:ext cx="10028485" cy="4321950"/>
          </a:xfrm>
        </p:spPr>
        <p:txBody>
          <a:bodyPr>
            <a:normAutofit fontScale="55000" lnSpcReduction="20000"/>
          </a:bodyPr>
          <a:lstStyle/>
          <a:p>
            <a:pPr>
              <a:buFont typeface="Wingdings" panose="05000000000000000000" pitchFamily="2" charset="2"/>
              <a:buChar char="q"/>
            </a:pPr>
            <a:r>
              <a:rPr lang="en-US" sz="4400" b="1" dirty="0">
                <a:solidFill>
                  <a:schemeClr val="tx1"/>
                </a:solidFill>
                <a:highlight>
                  <a:srgbClr val="FFFF00"/>
                </a:highlight>
                <a:latin typeface="Century Gothic" panose="020B0502020202020204" pitchFamily="34" charset="0"/>
              </a:rPr>
              <a:t>Automotive Research Association of India (ARAI)</a:t>
            </a:r>
          </a:p>
          <a:p>
            <a:pPr marL="0" indent="0">
              <a:buNone/>
            </a:pPr>
            <a:r>
              <a:rPr lang="en-US" sz="3200" dirty="0">
                <a:solidFill>
                  <a:schemeClr val="tx1"/>
                </a:solidFill>
                <a:highlight>
                  <a:srgbClr val="FFFF00"/>
                </a:highlight>
                <a:latin typeface="Century Gothic" panose="020B0502020202020204" pitchFamily="34" charset="0"/>
              </a:rPr>
              <a:t>1) Government approved test agency to carry out mandatory certification testing </a:t>
            </a:r>
          </a:p>
          <a:p>
            <a:pPr marL="0" indent="0">
              <a:buNone/>
            </a:pPr>
            <a:r>
              <a:rPr lang="en-US" sz="3200" dirty="0">
                <a:solidFill>
                  <a:schemeClr val="tx1"/>
                </a:solidFill>
                <a:highlight>
                  <a:srgbClr val="FFFF00"/>
                </a:highlight>
                <a:latin typeface="Century Gothic" panose="020B0502020202020204" pitchFamily="34" charset="0"/>
              </a:rPr>
              <a:t>2) Provides technical expertise in R&amp;D, test, certification, homologation and framing of vehicles regulations.</a:t>
            </a:r>
          </a:p>
          <a:p>
            <a:pPr marL="0" indent="0">
              <a:buNone/>
            </a:pPr>
            <a:r>
              <a:rPr lang="en-US" sz="3200" dirty="0">
                <a:solidFill>
                  <a:schemeClr val="tx1"/>
                </a:solidFill>
                <a:highlight>
                  <a:srgbClr val="FFFF00"/>
                </a:highlight>
                <a:latin typeface="Century Gothic" panose="020B0502020202020204" pitchFamily="34" charset="0"/>
              </a:rPr>
              <a:t>3)  ARAI has 6 GR groups (subsidiary technical bodies of WP.29) are:</a:t>
            </a:r>
          </a:p>
          <a:p>
            <a:pPr marL="0" indent="0">
              <a:buNone/>
            </a:pPr>
            <a:r>
              <a:rPr lang="en-US" sz="3200" dirty="0">
                <a:solidFill>
                  <a:schemeClr val="tx1"/>
                </a:solidFill>
                <a:highlight>
                  <a:srgbClr val="FFFF00"/>
                </a:highlight>
                <a:latin typeface="Century Gothic" panose="020B0502020202020204" pitchFamily="34" charset="0"/>
              </a:rPr>
              <a:t>4)  GRPE (India) : Working Party on Pollution and Energy </a:t>
            </a:r>
          </a:p>
          <a:p>
            <a:pPr marL="0" indent="0">
              <a:buNone/>
            </a:pPr>
            <a:r>
              <a:rPr lang="en-US" sz="3200" dirty="0">
                <a:solidFill>
                  <a:schemeClr val="tx1"/>
                </a:solidFill>
                <a:highlight>
                  <a:srgbClr val="FFFF00"/>
                </a:highlight>
                <a:latin typeface="Century Gothic" panose="020B0502020202020204" pitchFamily="34" charset="0"/>
              </a:rPr>
              <a:t>5)  GRSG (India) : Working Party on General Safety Provisions  </a:t>
            </a:r>
          </a:p>
          <a:p>
            <a:pPr marL="0" indent="0">
              <a:buNone/>
            </a:pPr>
            <a:r>
              <a:rPr lang="en-US" sz="3200" dirty="0">
                <a:solidFill>
                  <a:schemeClr val="tx1"/>
                </a:solidFill>
                <a:highlight>
                  <a:srgbClr val="FFFF00"/>
                </a:highlight>
                <a:latin typeface="Century Gothic" panose="020B0502020202020204" pitchFamily="34" charset="0"/>
              </a:rPr>
              <a:t>6)  GRRF (India) : Working Party on Brakes and Running Gear</a:t>
            </a:r>
          </a:p>
          <a:p>
            <a:pPr marL="0" indent="0">
              <a:buNone/>
            </a:pPr>
            <a:r>
              <a:rPr lang="en-US" sz="3200" dirty="0">
                <a:solidFill>
                  <a:schemeClr val="tx1"/>
                </a:solidFill>
                <a:highlight>
                  <a:srgbClr val="FFFF00"/>
                </a:highlight>
                <a:latin typeface="Century Gothic" panose="020B0502020202020204" pitchFamily="34" charset="0"/>
              </a:rPr>
              <a:t>7)  GRB (India)   : Working Party on Noise </a:t>
            </a:r>
          </a:p>
          <a:p>
            <a:pPr marL="0" indent="0">
              <a:buNone/>
            </a:pPr>
            <a:r>
              <a:rPr lang="en-US" sz="3200" dirty="0">
                <a:solidFill>
                  <a:schemeClr val="tx1"/>
                </a:solidFill>
                <a:highlight>
                  <a:srgbClr val="FFFF00"/>
                </a:highlight>
                <a:latin typeface="Century Gothic" panose="020B0502020202020204" pitchFamily="34" charset="0"/>
              </a:rPr>
              <a:t>8)  GRSP (India) : Working Party on Passive Safety</a:t>
            </a:r>
          </a:p>
          <a:p>
            <a:pPr marL="0" indent="0">
              <a:buNone/>
            </a:pPr>
            <a:r>
              <a:rPr lang="en-US" sz="3200" dirty="0">
                <a:solidFill>
                  <a:schemeClr val="tx1"/>
                </a:solidFill>
                <a:highlight>
                  <a:srgbClr val="FFFF00"/>
                </a:highlight>
                <a:latin typeface="Century Gothic" panose="020B0502020202020204" pitchFamily="34" charset="0"/>
              </a:rPr>
              <a:t>9)  Published/drafted several standards that are related to electric/smart mobility</a:t>
            </a:r>
          </a:p>
          <a:p>
            <a:pPr marL="0" indent="0">
              <a:buNone/>
            </a:pPr>
            <a:endParaRPr lang="en-IN" sz="2400" b="1" dirty="0"/>
          </a:p>
        </p:txBody>
      </p:sp>
      <p:sp>
        <p:nvSpPr>
          <p:cNvPr id="4" name="TextBox 3">
            <a:extLst>
              <a:ext uri="{FF2B5EF4-FFF2-40B4-BE49-F238E27FC236}">
                <a16:creationId xmlns:a16="http://schemas.microsoft.com/office/drawing/2014/main" id="{B93D9FC4-8ECD-44F4-ED58-9A8B07EF60DF}"/>
              </a:ext>
            </a:extLst>
          </p:cNvPr>
          <p:cNvSpPr txBox="1"/>
          <p:nvPr/>
        </p:nvSpPr>
        <p:spPr>
          <a:xfrm>
            <a:off x="4103598" y="1375271"/>
            <a:ext cx="3219151" cy="523220"/>
          </a:xfrm>
          <a:prstGeom prst="rect">
            <a:avLst/>
          </a:prstGeom>
          <a:noFill/>
        </p:spPr>
        <p:txBody>
          <a:bodyPr wrap="none" rtlCol="0">
            <a:spAutoFit/>
          </a:bodyPr>
          <a:lstStyle/>
          <a:p>
            <a:r>
              <a:rPr lang="en-IN" sz="2800" dirty="0">
                <a:effectLst>
                  <a:outerShdw blurRad="38100" dist="38100" dir="2700000" algn="tl">
                    <a:srgbClr val="000000">
                      <a:alpha val="43137"/>
                    </a:srgbClr>
                  </a:outerShdw>
                </a:effectLst>
                <a:highlight>
                  <a:srgbClr val="FFFF00"/>
                </a:highlight>
                <a:latin typeface="+mj-lt"/>
              </a:rPr>
              <a:t>CURRENT AFFAIRS</a:t>
            </a:r>
          </a:p>
        </p:txBody>
      </p:sp>
      <p:sp>
        <p:nvSpPr>
          <p:cNvPr id="7" name="TextBox 6">
            <a:extLst>
              <a:ext uri="{FF2B5EF4-FFF2-40B4-BE49-F238E27FC236}">
                <a16:creationId xmlns:a16="http://schemas.microsoft.com/office/drawing/2014/main" id="{B7F4A2CA-AB10-4C4A-A2D6-E81DF75725E7}"/>
              </a:ext>
            </a:extLst>
          </p:cNvPr>
          <p:cNvSpPr txBox="1"/>
          <p:nvPr/>
        </p:nvSpPr>
        <p:spPr>
          <a:xfrm>
            <a:off x="10590245" y="404378"/>
            <a:ext cx="372242" cy="707886"/>
          </a:xfrm>
          <a:prstGeom prst="rect">
            <a:avLst/>
          </a:prstGeom>
          <a:noFill/>
        </p:spPr>
        <p:txBody>
          <a:bodyPr wrap="square" rtlCol="0">
            <a:spAutoFit/>
          </a:bodyPr>
          <a:lstStyle/>
          <a:p>
            <a:r>
              <a:rPr lang="en-IN" sz="4000" dirty="0">
                <a:solidFill>
                  <a:schemeClr val="bg1"/>
                </a:solidFill>
              </a:rPr>
              <a:t>7</a:t>
            </a:r>
          </a:p>
        </p:txBody>
      </p:sp>
    </p:spTree>
    <p:extLst>
      <p:ext uri="{BB962C8B-B14F-4D97-AF65-F5344CB8AC3E}">
        <p14:creationId xmlns:p14="http://schemas.microsoft.com/office/powerpoint/2010/main" val="277670343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763AF-E631-0202-E1AB-28D4D85919FC}"/>
              </a:ext>
            </a:extLst>
          </p:cNvPr>
          <p:cNvSpPr>
            <a:spLocks noGrp="1"/>
          </p:cNvSpPr>
          <p:nvPr>
            <p:ph type="title"/>
          </p:nvPr>
        </p:nvSpPr>
        <p:spPr>
          <a:xfrm>
            <a:off x="1087684" y="723654"/>
            <a:ext cx="9603275" cy="1049235"/>
          </a:xfrm>
        </p:spPr>
        <p:txBody>
          <a:bodyPr>
            <a:normAutofit/>
          </a:bodyPr>
          <a:lstStyle/>
          <a:p>
            <a:pPr algn="ctr"/>
            <a:r>
              <a:rPr lang="en-IN" sz="4000" u="sng" dirty="0">
                <a:effectLst>
                  <a:outerShdw blurRad="38100" dist="38100" dir="2700000" algn="tl">
                    <a:srgbClr val="000000">
                      <a:alpha val="43137"/>
                    </a:srgbClr>
                  </a:outerShdw>
                </a:effectLst>
                <a:ea typeface="NSimSun" panose="02010609030101010101" pitchFamily="49" charset="-122"/>
              </a:rPr>
              <a:t>CONCLUSION</a:t>
            </a:r>
          </a:p>
        </p:txBody>
      </p:sp>
      <p:sp>
        <p:nvSpPr>
          <p:cNvPr id="3" name="Content Placeholder 2">
            <a:extLst>
              <a:ext uri="{FF2B5EF4-FFF2-40B4-BE49-F238E27FC236}">
                <a16:creationId xmlns:a16="http://schemas.microsoft.com/office/drawing/2014/main" id="{E190D821-776D-EB24-CDB6-F15E1AEB11DC}"/>
              </a:ext>
            </a:extLst>
          </p:cNvPr>
          <p:cNvSpPr>
            <a:spLocks noGrp="1"/>
          </p:cNvSpPr>
          <p:nvPr>
            <p:ph idx="1"/>
          </p:nvPr>
        </p:nvSpPr>
        <p:spPr>
          <a:xfrm>
            <a:off x="1476491" y="2594170"/>
            <a:ext cx="8825659" cy="3416300"/>
          </a:xfrm>
        </p:spPr>
        <p:txBody>
          <a:bodyPr>
            <a:normAutofit/>
          </a:bodyPr>
          <a:lstStyle/>
          <a:p>
            <a:r>
              <a:rPr lang="en-US" sz="1800" dirty="0">
                <a:solidFill>
                  <a:schemeClr val="tx1"/>
                </a:solidFill>
                <a:effectLst>
                  <a:outerShdw blurRad="38100" dist="38100" dir="2700000" algn="tl">
                    <a:srgbClr val="000000">
                      <a:alpha val="43137"/>
                    </a:srgbClr>
                  </a:outerShdw>
                </a:effectLst>
                <a:latin typeface="Century Gothic" panose="020B0502020202020204" pitchFamily="34" charset="0"/>
              </a:rPr>
              <a:t>Industry across countries will have to meet challenges of newer technologies, alternative fuel and affordability of automobiles by people at large through constructive cooperation. The earlier we are able to achieve this the better it would be for the world performance.</a:t>
            </a:r>
          </a:p>
          <a:p>
            <a:r>
              <a:rPr lang="en-US" sz="1800" dirty="0">
                <a:solidFill>
                  <a:schemeClr val="tx1"/>
                </a:solidFill>
                <a:effectLst>
                  <a:outerShdw blurRad="38100" dist="38100" dir="2700000" algn="tl">
                    <a:srgbClr val="000000">
                      <a:alpha val="43137"/>
                    </a:srgbClr>
                  </a:outerShdw>
                </a:effectLst>
                <a:latin typeface="Century Gothic" panose="020B0502020202020204" pitchFamily="34" charset="0"/>
              </a:rPr>
              <a:t>As the Indian automobile industry aims to be among the world’s top three in automobile manufacturing by 2026, e-mobility  and ITS by far are the greatest opportunity</a:t>
            </a:r>
          </a:p>
          <a:p>
            <a:pPr algn="just"/>
            <a:r>
              <a:rPr lang="en-US" sz="1800" dirty="0">
                <a:solidFill>
                  <a:schemeClr val="tx1"/>
                </a:solidFill>
                <a:effectLst>
                  <a:outerShdw blurRad="38100" dist="38100" dir="2700000" algn="tl">
                    <a:srgbClr val="000000">
                      <a:alpha val="43137"/>
                    </a:srgbClr>
                  </a:outerShdw>
                </a:effectLst>
                <a:latin typeface="Century Gothic" panose="020B0502020202020204" pitchFamily="34" charset="0"/>
              </a:rPr>
              <a:t>Automotive players must explore ways to reduce battery cost, charging time and to increase driving range.</a:t>
            </a:r>
          </a:p>
          <a:p>
            <a:endParaRPr lang="en-IN" b="1" dirty="0">
              <a:latin typeface="Comic Sans MS" panose="030F0702030302020204" pitchFamily="66" charset="0"/>
            </a:endParaRPr>
          </a:p>
        </p:txBody>
      </p:sp>
      <p:sp>
        <p:nvSpPr>
          <p:cNvPr id="7" name="TextBox 6">
            <a:extLst>
              <a:ext uri="{FF2B5EF4-FFF2-40B4-BE49-F238E27FC236}">
                <a16:creationId xmlns:a16="http://schemas.microsoft.com/office/drawing/2014/main" id="{A5919D86-CBF0-941F-ED1A-FFF49ABA785E}"/>
              </a:ext>
            </a:extLst>
          </p:cNvPr>
          <p:cNvSpPr txBox="1"/>
          <p:nvPr/>
        </p:nvSpPr>
        <p:spPr>
          <a:xfrm>
            <a:off x="11623427" y="6175540"/>
            <a:ext cx="439271" cy="646331"/>
          </a:xfrm>
          <a:prstGeom prst="rect">
            <a:avLst/>
          </a:prstGeom>
          <a:noFill/>
        </p:spPr>
        <p:txBody>
          <a:bodyPr wrap="square" rtlCol="0">
            <a:spAutoFit/>
          </a:bodyPr>
          <a:lstStyle/>
          <a:p>
            <a:r>
              <a:rPr lang="en-US" sz="3600" b="1" dirty="0">
                <a:solidFill>
                  <a:schemeClr val="bg1"/>
                </a:solidFill>
                <a:latin typeface="Cambria Math" panose="02040503050406030204" pitchFamily="18" charset="0"/>
                <a:ea typeface="Cambria Math" panose="02040503050406030204" pitchFamily="18" charset="0"/>
              </a:rPr>
              <a:t>7</a:t>
            </a:r>
            <a:endParaRPr lang="en-IN" sz="3600" b="1" dirty="0">
              <a:solidFill>
                <a:schemeClr val="bg1"/>
              </a:solidFill>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3E794C1C-C90A-C97E-E1E2-3C851D85374B}"/>
              </a:ext>
            </a:extLst>
          </p:cNvPr>
          <p:cNvSpPr txBox="1"/>
          <p:nvPr/>
        </p:nvSpPr>
        <p:spPr>
          <a:xfrm>
            <a:off x="10543592" y="369711"/>
            <a:ext cx="468398" cy="707886"/>
          </a:xfrm>
          <a:prstGeom prst="rect">
            <a:avLst/>
          </a:prstGeom>
          <a:noFill/>
        </p:spPr>
        <p:txBody>
          <a:bodyPr wrap="none" rtlCol="0">
            <a:spAutoFit/>
          </a:bodyPr>
          <a:lstStyle/>
          <a:p>
            <a:r>
              <a:rPr lang="en-IN" sz="4000" dirty="0">
                <a:solidFill>
                  <a:schemeClr val="bg1"/>
                </a:solidFill>
              </a:rPr>
              <a:t>8</a:t>
            </a:r>
          </a:p>
        </p:txBody>
      </p:sp>
    </p:spTree>
    <p:extLst>
      <p:ext uri="{BB962C8B-B14F-4D97-AF65-F5344CB8AC3E}">
        <p14:creationId xmlns:p14="http://schemas.microsoft.com/office/powerpoint/2010/main" val="178906025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0E6FE-2325-CE7B-A3C1-54E2412D13F3}"/>
              </a:ext>
            </a:extLst>
          </p:cNvPr>
          <p:cNvSpPr>
            <a:spLocks noGrp="1"/>
          </p:cNvSpPr>
          <p:nvPr>
            <p:ph type="title"/>
          </p:nvPr>
        </p:nvSpPr>
        <p:spPr/>
        <p:txBody>
          <a:bodyPr/>
          <a:lstStyle/>
          <a:p>
            <a:r>
              <a:rPr lang="en-IN" dirty="0"/>
              <a:t>                         </a:t>
            </a:r>
            <a:r>
              <a:rPr lang="en-IN" u="sng" dirty="0"/>
              <a:t>REFERNCES</a:t>
            </a:r>
          </a:p>
        </p:txBody>
      </p:sp>
      <p:sp>
        <p:nvSpPr>
          <p:cNvPr id="3" name="Content Placeholder 2">
            <a:extLst>
              <a:ext uri="{FF2B5EF4-FFF2-40B4-BE49-F238E27FC236}">
                <a16:creationId xmlns:a16="http://schemas.microsoft.com/office/drawing/2014/main" id="{B8AF7FA6-A54A-4B90-68BB-D88DF8407A74}"/>
              </a:ext>
            </a:extLst>
          </p:cNvPr>
          <p:cNvSpPr>
            <a:spLocks noGrp="1"/>
          </p:cNvSpPr>
          <p:nvPr>
            <p:ph idx="1"/>
          </p:nvPr>
        </p:nvSpPr>
        <p:spPr/>
        <p:txBody>
          <a:bodyPr/>
          <a:lstStyle/>
          <a:p>
            <a:r>
              <a:rPr lang="en-IN" dirty="0">
                <a:solidFill>
                  <a:schemeClr val="tx1"/>
                </a:solidFill>
                <a:effectLst>
                  <a:outerShdw blurRad="38100" dist="38100" dir="2700000" algn="tl">
                    <a:srgbClr val="000000">
                      <a:alpha val="43137"/>
                    </a:srgbClr>
                  </a:outerShdw>
                </a:effectLst>
                <a:hlinkClick r:id="rId2">
                  <a:extLst>
                    <a:ext uri="{A12FA001-AC4F-418D-AE19-62706E023703}">
                      <ahyp:hlinkClr xmlns:ahyp="http://schemas.microsoft.com/office/drawing/2018/hyperlinkcolor" val="tx"/>
                    </a:ext>
                  </a:extLst>
                </a:hlinkClick>
              </a:rPr>
              <a:t>https://www.team-bhp.com/news/sales-trends-luxury-cars-india-2007-2019</a:t>
            </a:r>
            <a:endParaRPr lang="en-IN" dirty="0">
              <a:solidFill>
                <a:schemeClr val="tx1"/>
              </a:solidFill>
              <a:effectLst>
                <a:outerShdw blurRad="38100" dist="38100" dir="2700000" algn="tl">
                  <a:srgbClr val="000000">
                    <a:alpha val="43137"/>
                  </a:srgbClr>
                </a:outerShdw>
              </a:effectLst>
            </a:endParaRPr>
          </a:p>
          <a:p>
            <a:r>
              <a:rPr lang="en-IN" dirty="0">
                <a:solidFill>
                  <a:schemeClr val="tx1"/>
                </a:solidFill>
                <a:effectLst>
                  <a:outerShdw blurRad="38100" dist="38100" dir="2700000" algn="tl">
                    <a:srgbClr val="000000">
                      <a:alpha val="43137"/>
                    </a:srgbClr>
                  </a:outerShdw>
                </a:effectLst>
                <a:hlinkClick r:id="rId3">
                  <a:extLst>
                    <a:ext uri="{A12FA001-AC4F-418D-AE19-62706E023703}">
                      <ahyp:hlinkClr xmlns:ahyp="http://schemas.microsoft.com/office/drawing/2018/hyperlinkcolor" val="tx"/>
                    </a:ext>
                  </a:extLst>
                </a:hlinkClick>
              </a:rPr>
              <a:t>https://www.team-bhp.com/forum/attachments/indian-car-scene/2108547d1610688954-2020-report-card-annual-indian-car-sales-analysis-screenshot_1.png</a:t>
            </a:r>
            <a:endParaRPr lang="en-IN" dirty="0">
              <a:solidFill>
                <a:schemeClr val="tx1"/>
              </a:solidFill>
              <a:effectLst>
                <a:outerShdw blurRad="38100" dist="38100" dir="2700000" algn="tl">
                  <a:srgbClr val="000000">
                    <a:alpha val="43137"/>
                  </a:srgbClr>
                </a:outerShdw>
              </a:effectLst>
            </a:endParaRPr>
          </a:p>
          <a:p>
            <a:r>
              <a:rPr lang="en-IN" dirty="0">
                <a:solidFill>
                  <a:schemeClr val="tx1"/>
                </a:solidFill>
                <a:effectLst>
                  <a:outerShdw blurRad="38100" dist="38100" dir="2700000" algn="tl">
                    <a:srgbClr val="000000">
                      <a:alpha val="43137"/>
                    </a:srgbClr>
                  </a:outerShdw>
                </a:effectLst>
                <a:hlinkClick r:id="rId4">
                  <a:extLst>
                    <a:ext uri="{A12FA001-AC4F-418D-AE19-62706E023703}">
                      <ahyp:hlinkClr xmlns:ahyp="http://schemas.microsoft.com/office/drawing/2018/hyperlinkcolor" val="tx"/>
                    </a:ext>
                  </a:extLst>
                </a:hlinkClick>
              </a:rPr>
              <a:t>https://www.slideshare.net/yugeshkumardubey/automobile-sector-2691513</a:t>
            </a:r>
            <a:endParaRPr lang="en-IN" dirty="0">
              <a:solidFill>
                <a:schemeClr val="tx1"/>
              </a:solidFill>
              <a:effectLst>
                <a:outerShdw blurRad="38100" dist="38100" dir="2700000" algn="tl">
                  <a:srgbClr val="000000">
                    <a:alpha val="43137"/>
                  </a:srgbClr>
                </a:outerShdw>
              </a:effectLst>
            </a:endParaRPr>
          </a:p>
          <a:p>
            <a:r>
              <a:rPr lang="en-IN" dirty="0">
                <a:solidFill>
                  <a:schemeClr val="tx1"/>
                </a:solidFill>
                <a:effectLst>
                  <a:outerShdw blurRad="38100" dist="38100" dir="2700000" algn="tl">
                    <a:srgbClr val="000000">
                      <a:alpha val="43137"/>
                    </a:srgbClr>
                  </a:outerShdw>
                </a:effectLst>
              </a:rPr>
              <a:t>https://www.thehindubusinessline.com/companies/govt-making-favourable-policies-for-auto-sector/article24874607.ece</a:t>
            </a:r>
          </a:p>
          <a:p>
            <a:endParaRPr lang="en-IN" dirty="0"/>
          </a:p>
        </p:txBody>
      </p:sp>
      <p:sp>
        <p:nvSpPr>
          <p:cNvPr id="4" name="TextBox 3">
            <a:extLst>
              <a:ext uri="{FF2B5EF4-FFF2-40B4-BE49-F238E27FC236}">
                <a16:creationId xmlns:a16="http://schemas.microsoft.com/office/drawing/2014/main" id="{6E12252E-72B3-B368-5ADE-AAE544D502AC}"/>
              </a:ext>
            </a:extLst>
          </p:cNvPr>
          <p:cNvSpPr txBox="1"/>
          <p:nvPr/>
        </p:nvSpPr>
        <p:spPr>
          <a:xfrm>
            <a:off x="10568648" y="391885"/>
            <a:ext cx="468398" cy="707886"/>
          </a:xfrm>
          <a:prstGeom prst="rect">
            <a:avLst/>
          </a:prstGeom>
          <a:noFill/>
        </p:spPr>
        <p:txBody>
          <a:bodyPr wrap="none" rtlCol="0">
            <a:spAutoFit/>
          </a:bodyPr>
          <a:lstStyle/>
          <a:p>
            <a:r>
              <a:rPr lang="en-IN" sz="4000" dirty="0">
                <a:solidFill>
                  <a:schemeClr val="bg1"/>
                </a:solidFill>
              </a:rPr>
              <a:t>9</a:t>
            </a:r>
          </a:p>
        </p:txBody>
      </p:sp>
    </p:spTree>
    <p:extLst>
      <p:ext uri="{BB962C8B-B14F-4D97-AF65-F5344CB8AC3E}">
        <p14:creationId xmlns:p14="http://schemas.microsoft.com/office/powerpoint/2010/main" val="399601109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7AAD0F-27CA-F78C-22D8-F8A2E17351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7250" y="1315616"/>
            <a:ext cx="6649629" cy="3480318"/>
          </a:xfrm>
          <a:prstGeom prst="rect">
            <a:avLst/>
          </a:prstGeom>
        </p:spPr>
      </p:pic>
      <p:sp>
        <p:nvSpPr>
          <p:cNvPr id="4" name="TextBox 3">
            <a:extLst>
              <a:ext uri="{FF2B5EF4-FFF2-40B4-BE49-F238E27FC236}">
                <a16:creationId xmlns:a16="http://schemas.microsoft.com/office/drawing/2014/main" id="{BE3ABE4E-9B43-ECD0-C434-5909FEBFD89B}"/>
              </a:ext>
            </a:extLst>
          </p:cNvPr>
          <p:cNvSpPr txBox="1"/>
          <p:nvPr/>
        </p:nvSpPr>
        <p:spPr>
          <a:xfrm>
            <a:off x="10403633" y="382555"/>
            <a:ext cx="752129" cy="707886"/>
          </a:xfrm>
          <a:prstGeom prst="rect">
            <a:avLst/>
          </a:prstGeom>
          <a:noFill/>
        </p:spPr>
        <p:txBody>
          <a:bodyPr wrap="none" rtlCol="0">
            <a:spAutoFit/>
          </a:bodyPr>
          <a:lstStyle/>
          <a:p>
            <a:r>
              <a:rPr lang="en-IN" sz="4000" dirty="0">
                <a:solidFill>
                  <a:schemeClr val="bg1"/>
                </a:solidFill>
              </a:rPr>
              <a:t>10</a:t>
            </a:r>
          </a:p>
        </p:txBody>
      </p:sp>
    </p:spTree>
    <p:extLst>
      <p:ext uri="{BB962C8B-B14F-4D97-AF65-F5344CB8AC3E}">
        <p14:creationId xmlns:p14="http://schemas.microsoft.com/office/powerpoint/2010/main" val="35818844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1016</TotalTime>
  <Words>561</Words>
  <Application>Microsoft Office PowerPoint</Application>
  <PresentationFormat>Widescreen</PresentationFormat>
  <Paragraphs>72</Paragraphs>
  <Slides>10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vt:i4>
      </vt:variant>
    </vt:vector>
  </HeadingPairs>
  <TitlesOfParts>
    <vt:vector size="22" baseType="lpstr">
      <vt:lpstr>Arial</vt:lpstr>
      <vt:lpstr>Bernard MT Condensed</vt:lpstr>
      <vt:lpstr>Cambria Math</vt:lpstr>
      <vt:lpstr>Century Gothic</vt:lpstr>
      <vt:lpstr>Century Gothic (Body)</vt:lpstr>
      <vt:lpstr>Century Gothic (Headings)</vt:lpstr>
      <vt:lpstr>Comic Sans MS</vt:lpstr>
      <vt:lpstr>Impact</vt:lpstr>
      <vt:lpstr>Sitka Small Semibold</vt:lpstr>
      <vt:lpstr>Wingdings</vt:lpstr>
      <vt:lpstr>Wingdings 3</vt:lpstr>
      <vt:lpstr>Ion Boardroom</vt:lpstr>
      <vt:lpstr>Presentation on Oligopoly Market : Luxury Car Industry </vt:lpstr>
      <vt:lpstr>SLIDE PLANS</vt:lpstr>
      <vt:lpstr>INTRODUCTION     :    OLIGPOLY MARKET</vt:lpstr>
      <vt:lpstr>LUXURY CAR INDUSTRY (AUTOMOBILE)</vt:lpstr>
      <vt:lpstr>      </vt:lpstr>
      <vt:lpstr>LUXURY CAR PRODUCTION(2007-21) </vt:lpstr>
      <vt:lpstr>TECHNICAL REGULATIONS &amp; STANDARDIZATION </vt:lpstr>
      <vt:lpstr>CONCLUSION</vt:lpstr>
      <vt:lpstr>                         REFERNCES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ON CLASSICAL CONDITIONING THEORY OF LEARNING</dc:title>
  <dc:creator>Swarnabha</dc:creator>
  <cp:lastModifiedBy>Mayyukh Paul</cp:lastModifiedBy>
  <cp:revision>7</cp:revision>
  <dcterms:created xsi:type="dcterms:W3CDTF">2023-02-17T14:45:13Z</dcterms:created>
  <dcterms:modified xsi:type="dcterms:W3CDTF">2023-03-14T19:23:16Z</dcterms:modified>
</cp:coreProperties>
</file>