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4.jpg" ContentType="image/jpeg"/>
  <Override PartName="/ppt/media/image7.jpg" ContentType="image/jpeg"/>
  <Override PartName="/ppt/media/image8.jpg" ContentType="image/jpeg"/>
  <Override PartName="/ppt/media/image10.jpg" ContentType="image/jpeg"/>
  <Override PartName="/ppt/media/image15.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9" r:id="rId5"/>
    <p:sldId id="259" r:id="rId6"/>
    <p:sldId id="264" r:id="rId7"/>
    <p:sldId id="265" r:id="rId8"/>
    <p:sldId id="266" r:id="rId9"/>
    <p:sldId id="267" r:id="rId10"/>
    <p:sldId id="260" r:id="rId11"/>
    <p:sldId id="261" r:id="rId12"/>
    <p:sldId id="262" r:id="rId13"/>
    <p:sldId id="263" r:id="rId14"/>
  </p:sldIdLst>
  <p:sldSz cx="5854700" cy="3289300"/>
  <p:notesSz cx="5854700" cy="3289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6E0CBA-FA2E-4123-A635-2B47C9AAFA95}" v="260" dt="2023-05-08T22:17:27.48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71" d="100"/>
          <a:sy n="171" d="100"/>
        </p:scale>
        <p:origin x="677"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854700" cy="3280410"/>
          </a:xfrm>
          <a:custGeom>
            <a:avLst/>
            <a:gdLst/>
            <a:ahLst/>
            <a:cxnLst/>
            <a:rect l="l" t="t" r="r" b="b"/>
            <a:pathLst>
              <a:path w="5854700" h="3280410">
                <a:moveTo>
                  <a:pt x="0" y="0"/>
                </a:moveTo>
                <a:lnTo>
                  <a:pt x="5854699" y="0"/>
                </a:lnTo>
                <a:lnTo>
                  <a:pt x="5854699" y="3280156"/>
                </a:lnTo>
                <a:lnTo>
                  <a:pt x="0" y="3280156"/>
                </a:lnTo>
                <a:lnTo>
                  <a:pt x="0" y="0"/>
                </a:lnTo>
                <a:close/>
              </a:path>
            </a:pathLst>
          </a:custGeom>
          <a:solidFill>
            <a:srgbClr val="000000"/>
          </a:solidFill>
        </p:spPr>
        <p:txBody>
          <a:bodyPr wrap="square" lIns="0" tIns="0" rIns="0" bIns="0" rtlCol="0"/>
          <a:lstStyle/>
          <a:p>
            <a:endParaRPr/>
          </a:p>
        </p:txBody>
      </p:sp>
      <p:sp>
        <p:nvSpPr>
          <p:cNvPr id="2" name="Holder 2"/>
          <p:cNvSpPr>
            <a:spLocks noGrp="1"/>
          </p:cNvSpPr>
          <p:nvPr>
            <p:ph type="ctrTitle"/>
          </p:nvPr>
        </p:nvSpPr>
        <p:spPr>
          <a:xfrm>
            <a:off x="473529" y="825162"/>
            <a:ext cx="4913990" cy="74676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879157" y="1842008"/>
            <a:ext cx="4102735" cy="8223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50" b="1"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50" b="1" i="0">
                <a:solidFill>
                  <a:schemeClr val="bg1"/>
                </a:solidFill>
                <a:latin typeface="Tahoma"/>
                <a:cs typeface="Tahoma"/>
              </a:defRPr>
            </a:lvl1pPr>
          </a:lstStyle>
          <a:p>
            <a:endParaRPr/>
          </a:p>
        </p:txBody>
      </p:sp>
      <p:sp>
        <p:nvSpPr>
          <p:cNvPr id="3" name="Holder 3"/>
          <p:cNvSpPr>
            <a:spLocks noGrp="1"/>
          </p:cNvSpPr>
          <p:nvPr>
            <p:ph sz="half" idx="2"/>
          </p:nvPr>
        </p:nvSpPr>
        <p:spPr>
          <a:xfrm>
            <a:off x="293052" y="756539"/>
            <a:ext cx="2549556" cy="217093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018440" y="756539"/>
            <a:ext cx="2549556" cy="217093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854700" cy="3280410"/>
          </a:xfrm>
          <a:custGeom>
            <a:avLst/>
            <a:gdLst/>
            <a:ahLst/>
            <a:cxnLst/>
            <a:rect l="l" t="t" r="r" b="b"/>
            <a:pathLst>
              <a:path w="5854700" h="3280410">
                <a:moveTo>
                  <a:pt x="0" y="0"/>
                </a:moveTo>
                <a:lnTo>
                  <a:pt x="5854699" y="0"/>
                </a:lnTo>
                <a:lnTo>
                  <a:pt x="5854699" y="3280157"/>
                </a:lnTo>
                <a:lnTo>
                  <a:pt x="0" y="3280157"/>
                </a:lnTo>
                <a:lnTo>
                  <a:pt x="0"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50" b="1"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498856" y="0"/>
            <a:ext cx="3355975" cy="3280410"/>
          </a:xfrm>
          <a:custGeom>
            <a:avLst/>
            <a:gdLst/>
            <a:ahLst/>
            <a:cxnLst/>
            <a:rect l="l" t="t" r="r" b="b"/>
            <a:pathLst>
              <a:path w="3355975" h="3280410">
                <a:moveTo>
                  <a:pt x="3355842" y="3280157"/>
                </a:moveTo>
                <a:lnTo>
                  <a:pt x="0" y="3280157"/>
                </a:lnTo>
                <a:lnTo>
                  <a:pt x="0" y="0"/>
                </a:lnTo>
                <a:lnTo>
                  <a:pt x="3355842" y="0"/>
                </a:lnTo>
                <a:lnTo>
                  <a:pt x="3355842" y="3280157"/>
                </a:lnTo>
                <a:close/>
              </a:path>
            </a:pathLst>
          </a:custGeom>
          <a:solidFill>
            <a:srgbClr val="0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4298" y="389482"/>
            <a:ext cx="5412452" cy="220345"/>
          </a:xfrm>
          <a:prstGeom prst="rect">
            <a:avLst/>
          </a:prstGeom>
        </p:spPr>
        <p:txBody>
          <a:bodyPr wrap="square" lIns="0" tIns="0" rIns="0" bIns="0">
            <a:spAutoFit/>
          </a:bodyPr>
          <a:lstStyle>
            <a:lvl1pPr>
              <a:defRPr sz="1250" b="1" i="0">
                <a:solidFill>
                  <a:schemeClr val="bg1"/>
                </a:solidFill>
                <a:latin typeface="Tahoma"/>
                <a:cs typeface="Tahoma"/>
              </a:defRPr>
            </a:lvl1pPr>
          </a:lstStyle>
          <a:p>
            <a:endParaRPr/>
          </a:p>
        </p:txBody>
      </p:sp>
      <p:sp>
        <p:nvSpPr>
          <p:cNvPr id="3" name="Holder 3"/>
          <p:cNvSpPr>
            <a:spLocks noGrp="1"/>
          </p:cNvSpPr>
          <p:nvPr>
            <p:ph type="body" idx="1"/>
          </p:nvPr>
        </p:nvSpPr>
        <p:spPr>
          <a:xfrm>
            <a:off x="28066" y="1025117"/>
            <a:ext cx="5804916" cy="82676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992757" y="3059049"/>
            <a:ext cx="1875536" cy="16446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93052" y="3059049"/>
            <a:ext cx="1348041" cy="16446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a:xfrm>
            <a:off x="4219956" y="3059049"/>
            <a:ext cx="1348041" cy="16446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46350" y="501650"/>
            <a:ext cx="3308350" cy="2337371"/>
          </a:xfrm>
          <a:prstGeom prst="rect">
            <a:avLst/>
          </a:prstGeom>
        </p:spPr>
        <p:txBody>
          <a:bodyPr vert="horz" wrap="square" lIns="0" tIns="13970" rIns="0" bIns="0" rtlCol="0">
            <a:spAutoFit/>
          </a:bodyPr>
          <a:lstStyle/>
          <a:p>
            <a:pPr marL="12065" marR="5080" indent="-635" algn="ctr">
              <a:lnSpc>
                <a:spcPct val="100600"/>
              </a:lnSpc>
              <a:spcBef>
                <a:spcPts val="110"/>
              </a:spcBef>
            </a:pPr>
            <a:r>
              <a:rPr sz="2000" b="1" spc="30" dirty="0">
                <a:solidFill>
                  <a:srgbClr val="FFFFFF"/>
                </a:solidFill>
                <a:latin typeface="Cambria"/>
                <a:cs typeface="Cambria"/>
              </a:rPr>
              <a:t>Unveiling </a:t>
            </a:r>
            <a:r>
              <a:rPr sz="2000" b="1" spc="-5" dirty="0">
                <a:solidFill>
                  <a:srgbClr val="FFFFFF"/>
                </a:solidFill>
                <a:latin typeface="Cambria"/>
                <a:cs typeface="Cambria"/>
              </a:rPr>
              <a:t>the </a:t>
            </a:r>
            <a:r>
              <a:rPr sz="2000" b="1" dirty="0">
                <a:solidFill>
                  <a:srgbClr val="FFFFFF"/>
                </a:solidFill>
                <a:latin typeface="Cambria"/>
                <a:cs typeface="Cambria"/>
              </a:rPr>
              <a:t> </a:t>
            </a:r>
            <a:r>
              <a:rPr sz="2000" b="1" spc="70" dirty="0">
                <a:solidFill>
                  <a:srgbClr val="FFFFFF"/>
                </a:solidFill>
                <a:latin typeface="Cambria"/>
                <a:cs typeface="Cambria"/>
              </a:rPr>
              <a:t>Hidden</a:t>
            </a:r>
            <a:r>
              <a:rPr sz="2000" b="1" spc="-135" dirty="0">
                <a:solidFill>
                  <a:srgbClr val="FFFFFF"/>
                </a:solidFill>
                <a:latin typeface="Cambria"/>
                <a:cs typeface="Cambria"/>
              </a:rPr>
              <a:t> </a:t>
            </a:r>
            <a:r>
              <a:rPr sz="2000" b="1" spc="75" dirty="0">
                <a:solidFill>
                  <a:srgbClr val="FFFFFF"/>
                </a:solidFill>
                <a:latin typeface="Cambria"/>
                <a:cs typeface="Cambria"/>
              </a:rPr>
              <a:t>Truth: </a:t>
            </a:r>
            <a:r>
              <a:rPr sz="2000" b="1" spc="-560" dirty="0">
                <a:solidFill>
                  <a:srgbClr val="FFFFFF"/>
                </a:solidFill>
                <a:latin typeface="Cambria"/>
                <a:cs typeface="Cambria"/>
              </a:rPr>
              <a:t> </a:t>
            </a:r>
            <a:r>
              <a:rPr sz="2000" b="1" spc="45" dirty="0">
                <a:solidFill>
                  <a:srgbClr val="FFFFFF"/>
                </a:solidFill>
                <a:latin typeface="Cambria"/>
                <a:cs typeface="Cambria"/>
              </a:rPr>
              <a:t>Navigating</a:t>
            </a:r>
            <a:r>
              <a:rPr sz="2000" b="1" spc="-90" dirty="0">
                <a:solidFill>
                  <a:srgbClr val="FFFFFF"/>
                </a:solidFill>
                <a:latin typeface="Cambria"/>
                <a:cs typeface="Cambria"/>
              </a:rPr>
              <a:t> </a:t>
            </a:r>
            <a:r>
              <a:rPr sz="2000" b="1" spc="-5" dirty="0">
                <a:solidFill>
                  <a:srgbClr val="FFFFFF"/>
                </a:solidFill>
                <a:latin typeface="Cambria"/>
                <a:cs typeface="Cambria"/>
              </a:rPr>
              <a:t>the </a:t>
            </a:r>
            <a:r>
              <a:rPr sz="2000" b="1" spc="-555" dirty="0">
                <a:solidFill>
                  <a:srgbClr val="FFFFFF"/>
                </a:solidFill>
                <a:latin typeface="Cambria"/>
                <a:cs typeface="Cambria"/>
              </a:rPr>
              <a:t> </a:t>
            </a:r>
            <a:r>
              <a:rPr sz="2000" b="1" spc="35" dirty="0">
                <a:solidFill>
                  <a:srgbClr val="FFFFFF"/>
                </a:solidFill>
                <a:latin typeface="Cambria"/>
                <a:cs typeface="Cambria"/>
              </a:rPr>
              <a:t>Market </a:t>
            </a:r>
            <a:r>
              <a:rPr sz="2000" b="1" spc="30" dirty="0">
                <a:solidFill>
                  <a:srgbClr val="FFFFFF"/>
                </a:solidFill>
                <a:latin typeface="Cambria"/>
                <a:cs typeface="Cambria"/>
              </a:rPr>
              <a:t>with </a:t>
            </a:r>
            <a:r>
              <a:rPr sz="2000" b="1" spc="35" dirty="0">
                <a:solidFill>
                  <a:srgbClr val="FFFFFF"/>
                </a:solidFill>
                <a:latin typeface="Cambria"/>
                <a:cs typeface="Cambria"/>
              </a:rPr>
              <a:t> </a:t>
            </a:r>
            <a:r>
              <a:rPr sz="2000" b="1" spc="45" dirty="0">
                <a:solidFill>
                  <a:srgbClr val="FFFFFF"/>
                </a:solidFill>
                <a:latin typeface="Cambria"/>
                <a:cs typeface="Cambria"/>
              </a:rPr>
              <a:t>Asymmetric </a:t>
            </a:r>
            <a:r>
              <a:rPr sz="2000" b="1" spc="50" dirty="0">
                <a:solidFill>
                  <a:srgbClr val="FFFFFF"/>
                </a:solidFill>
                <a:latin typeface="Cambria"/>
                <a:cs typeface="Cambria"/>
              </a:rPr>
              <a:t> Information</a:t>
            </a:r>
            <a:endParaRPr lang="en-IN" sz="2000" b="1" spc="50" dirty="0">
              <a:solidFill>
                <a:srgbClr val="FFFFFF"/>
              </a:solidFill>
              <a:latin typeface="Cambria"/>
              <a:cs typeface="Cambria"/>
            </a:endParaRPr>
          </a:p>
          <a:p>
            <a:pPr marL="12065" marR="5080" indent="-635" algn="ctr">
              <a:lnSpc>
                <a:spcPct val="100600"/>
              </a:lnSpc>
              <a:spcBef>
                <a:spcPts val="110"/>
              </a:spcBef>
            </a:pPr>
            <a:r>
              <a:rPr lang="en-IN" sz="1600" b="1" spc="50" dirty="0">
                <a:solidFill>
                  <a:srgbClr val="FFFFFF"/>
                </a:solidFill>
                <a:latin typeface="Cambria"/>
                <a:cs typeface="Cambria"/>
              </a:rPr>
              <a:t>By</a:t>
            </a:r>
          </a:p>
          <a:p>
            <a:pPr marL="12065" marR="5080" indent="-635" algn="ctr">
              <a:lnSpc>
                <a:spcPct val="100600"/>
              </a:lnSpc>
              <a:spcBef>
                <a:spcPts val="110"/>
              </a:spcBef>
            </a:pPr>
            <a:r>
              <a:rPr lang="en-IN" sz="1600" b="1" spc="50" dirty="0">
                <a:solidFill>
                  <a:srgbClr val="FFFFFF"/>
                </a:solidFill>
                <a:latin typeface="Cambria"/>
                <a:cs typeface="Cambria"/>
              </a:rPr>
              <a:t>Mayukh Paul</a:t>
            </a:r>
          </a:p>
          <a:p>
            <a:pPr marL="12065" marR="5080" indent="-635" algn="ctr">
              <a:lnSpc>
                <a:spcPct val="100600"/>
              </a:lnSpc>
              <a:spcBef>
                <a:spcPts val="110"/>
              </a:spcBef>
            </a:pPr>
            <a:r>
              <a:rPr lang="en-IN" sz="1600" b="1" spc="50" dirty="0">
                <a:solidFill>
                  <a:srgbClr val="FFFFFF"/>
                </a:solidFill>
                <a:latin typeface="Cambria"/>
                <a:cs typeface="Cambria"/>
              </a:rPr>
              <a:t>B.SC Economics</a:t>
            </a:r>
          </a:p>
          <a:p>
            <a:pPr marL="12065" marR="5080" indent="-635" algn="ctr">
              <a:lnSpc>
                <a:spcPct val="100600"/>
              </a:lnSpc>
              <a:spcBef>
                <a:spcPts val="110"/>
              </a:spcBef>
            </a:pPr>
            <a:r>
              <a:rPr lang="en-IN" sz="1600" b="1" spc="50" dirty="0">
                <a:solidFill>
                  <a:srgbClr val="FFFFFF"/>
                </a:solidFill>
                <a:latin typeface="Cambria"/>
                <a:cs typeface="Cambria"/>
              </a:rPr>
              <a:t>Enrolment no. 2211212001006</a:t>
            </a:r>
          </a:p>
        </p:txBody>
      </p:sp>
      <p:pic>
        <p:nvPicPr>
          <p:cNvPr id="3" name="object 3"/>
          <p:cNvPicPr/>
          <p:nvPr/>
        </p:nvPicPr>
        <p:blipFill>
          <a:blip r:embed="rId2" cstate="print"/>
          <a:stretch>
            <a:fillRect/>
          </a:stretch>
        </p:blipFill>
        <p:spPr>
          <a:xfrm>
            <a:off x="427655" y="366150"/>
            <a:ext cx="1640078" cy="256292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02803" y="503278"/>
            <a:ext cx="1658620" cy="357505"/>
          </a:xfrm>
          <a:prstGeom prst="rect">
            <a:avLst/>
          </a:prstGeom>
        </p:spPr>
        <p:txBody>
          <a:bodyPr vert="horz" wrap="square" lIns="0" tIns="15875" rIns="0" bIns="0" rtlCol="0">
            <a:spAutoFit/>
          </a:bodyPr>
          <a:lstStyle/>
          <a:p>
            <a:pPr marL="12700">
              <a:lnSpc>
                <a:spcPct val="100000"/>
              </a:lnSpc>
              <a:spcBef>
                <a:spcPts val="125"/>
              </a:spcBef>
            </a:pPr>
            <a:r>
              <a:rPr sz="2150" spc="-20" dirty="0">
                <a:latin typeface="Palatino Linotype"/>
                <a:cs typeface="Palatino Linotype"/>
              </a:rPr>
              <a:t>I</a:t>
            </a:r>
            <a:r>
              <a:rPr sz="2150" spc="20" dirty="0">
                <a:latin typeface="Palatino Linotype"/>
                <a:cs typeface="Palatino Linotype"/>
              </a:rPr>
              <a:t>n</a:t>
            </a:r>
            <a:r>
              <a:rPr sz="2150" spc="50" dirty="0">
                <a:latin typeface="Palatino Linotype"/>
                <a:cs typeface="Palatino Linotype"/>
              </a:rPr>
              <a:t>t</a:t>
            </a:r>
            <a:r>
              <a:rPr sz="2150" spc="145" dirty="0">
                <a:latin typeface="Palatino Linotype"/>
                <a:cs typeface="Palatino Linotype"/>
              </a:rPr>
              <a:t>r</a:t>
            </a:r>
            <a:r>
              <a:rPr sz="2150" spc="30" dirty="0">
                <a:latin typeface="Palatino Linotype"/>
                <a:cs typeface="Palatino Linotype"/>
              </a:rPr>
              <a:t>o</a:t>
            </a:r>
            <a:r>
              <a:rPr sz="2150" spc="-15" dirty="0">
                <a:latin typeface="Palatino Linotype"/>
                <a:cs typeface="Palatino Linotype"/>
              </a:rPr>
              <a:t>d</a:t>
            </a:r>
            <a:r>
              <a:rPr sz="2150" spc="5" dirty="0">
                <a:latin typeface="Palatino Linotype"/>
                <a:cs typeface="Palatino Linotype"/>
              </a:rPr>
              <a:t>u</a:t>
            </a:r>
            <a:r>
              <a:rPr sz="2150" spc="125" dirty="0">
                <a:latin typeface="Palatino Linotype"/>
                <a:cs typeface="Palatino Linotype"/>
              </a:rPr>
              <a:t>c</a:t>
            </a:r>
            <a:r>
              <a:rPr sz="2150" spc="50" dirty="0">
                <a:latin typeface="Palatino Linotype"/>
                <a:cs typeface="Palatino Linotype"/>
              </a:rPr>
              <a:t>t</a:t>
            </a:r>
            <a:r>
              <a:rPr sz="2150" spc="-35" dirty="0">
                <a:latin typeface="Palatino Linotype"/>
                <a:cs typeface="Palatino Linotype"/>
              </a:rPr>
              <a:t>i</a:t>
            </a:r>
            <a:r>
              <a:rPr sz="2150" spc="30" dirty="0">
                <a:latin typeface="Palatino Linotype"/>
                <a:cs typeface="Palatino Linotype"/>
              </a:rPr>
              <a:t>o</a:t>
            </a:r>
            <a:r>
              <a:rPr sz="2150" spc="20" dirty="0">
                <a:latin typeface="Palatino Linotype"/>
                <a:cs typeface="Palatino Linotype"/>
              </a:rPr>
              <a:t>n</a:t>
            </a:r>
            <a:endParaRPr sz="2150" dirty="0">
              <a:latin typeface="Palatino Linotype"/>
              <a:cs typeface="Palatino Linotype"/>
            </a:endParaRPr>
          </a:p>
        </p:txBody>
      </p:sp>
      <p:sp>
        <p:nvSpPr>
          <p:cNvPr id="3" name="object 3"/>
          <p:cNvSpPr txBox="1"/>
          <p:nvPr/>
        </p:nvSpPr>
        <p:spPr>
          <a:xfrm>
            <a:off x="3101613" y="1023672"/>
            <a:ext cx="2529205" cy="871521"/>
          </a:xfrm>
          <a:prstGeom prst="rect">
            <a:avLst/>
          </a:prstGeom>
        </p:spPr>
        <p:txBody>
          <a:bodyPr vert="horz" wrap="square" lIns="0" tIns="10160" rIns="0" bIns="0" rtlCol="0">
            <a:spAutoFit/>
          </a:bodyPr>
          <a:lstStyle/>
          <a:p>
            <a:pPr marL="12700" marR="5080">
              <a:lnSpc>
                <a:spcPct val="103499"/>
              </a:lnSpc>
              <a:spcBef>
                <a:spcPts val="80"/>
              </a:spcBef>
            </a:pPr>
            <a:r>
              <a:rPr sz="1100" b="1" spc="-5" dirty="0">
                <a:solidFill>
                  <a:srgbClr val="FFFFFF"/>
                </a:solidFill>
                <a:latin typeface="Times New Roman" panose="02020603050405020304" pitchFamily="18" charset="0"/>
                <a:cs typeface="Times New Roman" panose="02020603050405020304" pitchFamily="18" charset="0"/>
              </a:rPr>
              <a:t>A</a:t>
            </a:r>
            <a:r>
              <a:rPr sz="1100" b="1" spc="-70" dirty="0">
                <a:solidFill>
                  <a:srgbClr val="FFFFFF"/>
                </a:solidFill>
                <a:latin typeface="Times New Roman" panose="02020603050405020304" pitchFamily="18" charset="0"/>
                <a:cs typeface="Times New Roman" panose="02020603050405020304" pitchFamily="18" charset="0"/>
              </a:rPr>
              <a:t>s</a:t>
            </a:r>
            <a:r>
              <a:rPr sz="1100" b="1" spc="-45" dirty="0">
                <a:solidFill>
                  <a:srgbClr val="FFFFFF"/>
                </a:solidFill>
                <a:latin typeface="Times New Roman" panose="02020603050405020304" pitchFamily="18" charset="0"/>
                <a:cs typeface="Times New Roman" panose="02020603050405020304" pitchFamily="18" charset="0"/>
              </a:rPr>
              <a:t>y</a:t>
            </a:r>
            <a:r>
              <a:rPr sz="1100" b="1" spc="15" dirty="0">
                <a:solidFill>
                  <a:srgbClr val="FFFFFF"/>
                </a:solidFill>
                <a:latin typeface="Times New Roman" panose="02020603050405020304" pitchFamily="18" charset="0"/>
                <a:cs typeface="Times New Roman" panose="02020603050405020304" pitchFamily="18" charset="0"/>
              </a:rPr>
              <a:t>m</a:t>
            </a:r>
            <a:r>
              <a:rPr sz="1100" b="1" spc="20" dirty="0">
                <a:solidFill>
                  <a:srgbClr val="FFFFFF"/>
                </a:solidFill>
                <a:latin typeface="Times New Roman" panose="02020603050405020304" pitchFamily="18" charset="0"/>
                <a:cs typeface="Times New Roman" panose="02020603050405020304" pitchFamily="18" charset="0"/>
              </a:rPr>
              <a:t>m</a:t>
            </a:r>
            <a:r>
              <a:rPr sz="1100" b="1" spc="-20" dirty="0">
                <a:solidFill>
                  <a:srgbClr val="FFFFFF"/>
                </a:solidFill>
                <a:latin typeface="Times New Roman" panose="02020603050405020304" pitchFamily="18" charset="0"/>
                <a:cs typeface="Times New Roman" panose="02020603050405020304" pitchFamily="18" charset="0"/>
              </a:rPr>
              <a:t>e</a:t>
            </a:r>
            <a:r>
              <a:rPr sz="1100" b="1" spc="-15" dirty="0">
                <a:solidFill>
                  <a:srgbClr val="FFFFFF"/>
                </a:solidFill>
                <a:latin typeface="Times New Roman" panose="02020603050405020304" pitchFamily="18" charset="0"/>
                <a:cs typeface="Times New Roman" panose="02020603050405020304" pitchFamily="18" charset="0"/>
              </a:rPr>
              <a:t>t</a:t>
            </a:r>
            <a:r>
              <a:rPr sz="1100" b="1" spc="-70" dirty="0">
                <a:solidFill>
                  <a:srgbClr val="FFFFFF"/>
                </a:solidFill>
                <a:latin typeface="Times New Roman" panose="02020603050405020304" pitchFamily="18" charset="0"/>
                <a:cs typeface="Times New Roman" panose="02020603050405020304" pitchFamily="18" charset="0"/>
              </a:rPr>
              <a:t>r</a:t>
            </a:r>
            <a:r>
              <a:rPr sz="1100" b="1" spc="-40" dirty="0">
                <a:solidFill>
                  <a:srgbClr val="FFFFFF"/>
                </a:solidFill>
                <a:latin typeface="Times New Roman" panose="02020603050405020304" pitchFamily="18" charset="0"/>
                <a:cs typeface="Times New Roman" panose="02020603050405020304" pitchFamily="18" charset="0"/>
              </a:rPr>
              <a:t>i</a:t>
            </a:r>
            <a:r>
              <a:rPr sz="1100" b="1" spc="15" dirty="0">
                <a:solidFill>
                  <a:srgbClr val="FFFFFF"/>
                </a:solidFill>
                <a:latin typeface="Times New Roman" panose="02020603050405020304" pitchFamily="18" charset="0"/>
                <a:cs typeface="Times New Roman" panose="02020603050405020304" pitchFamily="18" charset="0"/>
              </a:rPr>
              <a:t>c</a:t>
            </a:r>
            <a:r>
              <a:rPr sz="1100" b="1" spc="-60" dirty="0">
                <a:solidFill>
                  <a:srgbClr val="FFFFFF"/>
                </a:solidFill>
                <a:latin typeface="Times New Roman" panose="02020603050405020304" pitchFamily="18" charset="0"/>
                <a:cs typeface="Times New Roman" panose="02020603050405020304" pitchFamily="18" charset="0"/>
              </a:rPr>
              <a:t> </a:t>
            </a:r>
            <a:r>
              <a:rPr sz="1100" b="1" spc="-40" dirty="0">
                <a:solidFill>
                  <a:srgbClr val="FFFFFF"/>
                </a:solidFill>
                <a:latin typeface="Times New Roman" panose="02020603050405020304" pitchFamily="18" charset="0"/>
                <a:cs typeface="Times New Roman" panose="02020603050405020304" pitchFamily="18" charset="0"/>
              </a:rPr>
              <a:t>i</a:t>
            </a:r>
            <a:r>
              <a:rPr sz="1100" b="1" spc="-10" dirty="0">
                <a:solidFill>
                  <a:srgbClr val="FFFFFF"/>
                </a:solidFill>
                <a:latin typeface="Times New Roman" panose="02020603050405020304" pitchFamily="18" charset="0"/>
                <a:cs typeface="Times New Roman" panose="02020603050405020304" pitchFamily="18" charset="0"/>
              </a:rPr>
              <a:t>n</a:t>
            </a:r>
            <a:r>
              <a:rPr sz="1100" b="1" spc="-40" dirty="0">
                <a:solidFill>
                  <a:srgbClr val="FFFFFF"/>
                </a:solidFill>
                <a:latin typeface="Times New Roman" panose="02020603050405020304" pitchFamily="18" charset="0"/>
                <a:cs typeface="Times New Roman" panose="02020603050405020304" pitchFamily="18" charset="0"/>
              </a:rPr>
              <a:t>f</a:t>
            </a:r>
            <a:r>
              <a:rPr sz="1100" b="1" spc="-20" dirty="0">
                <a:solidFill>
                  <a:srgbClr val="FFFFFF"/>
                </a:solidFill>
                <a:latin typeface="Times New Roman" panose="02020603050405020304" pitchFamily="18" charset="0"/>
                <a:cs typeface="Times New Roman" panose="02020603050405020304" pitchFamily="18" charset="0"/>
              </a:rPr>
              <a:t>o</a:t>
            </a:r>
            <a:r>
              <a:rPr sz="1100" b="1" spc="-70" dirty="0">
                <a:solidFill>
                  <a:srgbClr val="FFFFFF"/>
                </a:solidFill>
                <a:latin typeface="Times New Roman" panose="02020603050405020304" pitchFamily="18" charset="0"/>
                <a:cs typeface="Times New Roman" panose="02020603050405020304" pitchFamily="18" charset="0"/>
              </a:rPr>
              <a:t>r</a:t>
            </a:r>
            <a:r>
              <a:rPr sz="1100" b="1" spc="15" dirty="0">
                <a:solidFill>
                  <a:srgbClr val="FFFFFF"/>
                </a:solidFill>
                <a:latin typeface="Times New Roman" panose="02020603050405020304" pitchFamily="18" charset="0"/>
                <a:cs typeface="Times New Roman" panose="02020603050405020304" pitchFamily="18" charset="0"/>
              </a:rPr>
              <a:t>m</a:t>
            </a:r>
            <a:r>
              <a:rPr sz="1100" b="1" spc="-40" dirty="0">
                <a:solidFill>
                  <a:srgbClr val="FFFFFF"/>
                </a:solidFill>
                <a:latin typeface="Times New Roman" panose="02020603050405020304" pitchFamily="18" charset="0"/>
                <a:cs typeface="Times New Roman" panose="02020603050405020304" pitchFamily="18" charset="0"/>
              </a:rPr>
              <a:t>a</a:t>
            </a:r>
            <a:r>
              <a:rPr sz="1100" b="1" spc="-15" dirty="0">
                <a:solidFill>
                  <a:srgbClr val="FFFFFF"/>
                </a:solidFill>
                <a:latin typeface="Times New Roman" panose="02020603050405020304" pitchFamily="18" charset="0"/>
                <a:cs typeface="Times New Roman" panose="02020603050405020304" pitchFamily="18" charset="0"/>
              </a:rPr>
              <a:t>t</a:t>
            </a:r>
            <a:r>
              <a:rPr sz="1100" b="1" spc="-40" dirty="0">
                <a:solidFill>
                  <a:srgbClr val="FFFFFF"/>
                </a:solidFill>
                <a:latin typeface="Times New Roman" panose="02020603050405020304" pitchFamily="18" charset="0"/>
                <a:cs typeface="Times New Roman" panose="02020603050405020304" pitchFamily="18" charset="0"/>
              </a:rPr>
              <a:t>i</a:t>
            </a:r>
            <a:r>
              <a:rPr sz="1100" b="1" spc="-20" dirty="0">
                <a:solidFill>
                  <a:srgbClr val="FFFFFF"/>
                </a:solidFill>
                <a:latin typeface="Times New Roman" panose="02020603050405020304" pitchFamily="18" charset="0"/>
                <a:cs typeface="Times New Roman" panose="02020603050405020304" pitchFamily="18" charset="0"/>
              </a:rPr>
              <a:t>o</a:t>
            </a:r>
            <a:r>
              <a:rPr sz="1100" b="1" spc="-10" dirty="0">
                <a:solidFill>
                  <a:srgbClr val="FFFFFF"/>
                </a:solidFill>
                <a:latin typeface="Times New Roman" panose="02020603050405020304" pitchFamily="18" charset="0"/>
                <a:cs typeface="Times New Roman" panose="02020603050405020304" pitchFamily="18" charset="0"/>
              </a:rPr>
              <a:t>n</a:t>
            </a:r>
            <a:r>
              <a:rPr sz="1100" b="1" spc="-85" dirty="0">
                <a:solidFill>
                  <a:srgbClr val="FFFFFF"/>
                </a:solidFill>
                <a:latin typeface="Times New Roman" panose="02020603050405020304" pitchFamily="18" charset="0"/>
                <a:cs typeface="Times New Roman" panose="02020603050405020304" pitchFamily="18" charset="0"/>
              </a:rPr>
              <a:t> </a:t>
            </a:r>
            <a:r>
              <a:rPr sz="1100" dirty="0">
                <a:solidFill>
                  <a:srgbClr val="FFFFFF"/>
                </a:solidFill>
                <a:latin typeface="Times New Roman" panose="02020603050405020304" pitchFamily="18" charset="0"/>
                <a:cs typeface="Times New Roman" panose="02020603050405020304" pitchFamily="18" charset="0"/>
              </a:rPr>
              <a:t>i</a:t>
            </a:r>
            <a:r>
              <a:rPr sz="1100" spc="-25" dirty="0">
                <a:solidFill>
                  <a:srgbClr val="FFFFFF"/>
                </a:solidFill>
                <a:latin typeface="Times New Roman" panose="02020603050405020304" pitchFamily="18" charset="0"/>
                <a:cs typeface="Times New Roman" panose="02020603050405020304" pitchFamily="18" charset="0"/>
              </a:rPr>
              <a:t>s</a:t>
            </a:r>
            <a:r>
              <a:rPr sz="1100" spc="-95" dirty="0">
                <a:solidFill>
                  <a:srgbClr val="FFFFFF"/>
                </a:solidFill>
                <a:latin typeface="Times New Roman" panose="02020603050405020304" pitchFamily="18" charset="0"/>
                <a:cs typeface="Times New Roman" panose="02020603050405020304" pitchFamily="18" charset="0"/>
              </a:rPr>
              <a:t> </a:t>
            </a:r>
            <a:r>
              <a:rPr sz="1100" dirty="0">
                <a:solidFill>
                  <a:srgbClr val="FFFFFF"/>
                </a:solidFill>
                <a:latin typeface="Times New Roman" panose="02020603050405020304" pitchFamily="18" charset="0"/>
                <a:cs typeface="Times New Roman" panose="02020603050405020304" pitchFamily="18" charset="0"/>
              </a:rPr>
              <a:t>a  </a:t>
            </a:r>
            <a:r>
              <a:rPr sz="1100" spc="45" dirty="0">
                <a:solidFill>
                  <a:srgbClr val="FFFFFF"/>
                </a:solidFill>
                <a:latin typeface="Times New Roman" panose="02020603050405020304" pitchFamily="18" charset="0"/>
                <a:cs typeface="Times New Roman" panose="02020603050405020304" pitchFamily="18" charset="0"/>
              </a:rPr>
              <a:t>c</a:t>
            </a:r>
            <a:r>
              <a:rPr sz="1100" spc="35" dirty="0">
                <a:solidFill>
                  <a:srgbClr val="FFFFFF"/>
                </a:solidFill>
                <a:latin typeface="Times New Roman" panose="02020603050405020304" pitchFamily="18" charset="0"/>
                <a:cs typeface="Times New Roman" panose="02020603050405020304" pitchFamily="18" charset="0"/>
              </a:rPr>
              <a:t>o</a:t>
            </a:r>
            <a:r>
              <a:rPr sz="1100" spc="125" dirty="0">
                <a:solidFill>
                  <a:srgbClr val="FFFFFF"/>
                </a:solidFill>
                <a:latin typeface="Times New Roman" panose="02020603050405020304" pitchFamily="18" charset="0"/>
                <a:cs typeface="Times New Roman" panose="02020603050405020304" pitchFamily="18" charset="0"/>
              </a:rPr>
              <a:t>mm</a:t>
            </a:r>
            <a:r>
              <a:rPr sz="1100" spc="35" dirty="0">
                <a:solidFill>
                  <a:srgbClr val="FFFFFF"/>
                </a:solidFill>
                <a:latin typeface="Times New Roman" panose="02020603050405020304" pitchFamily="18" charset="0"/>
                <a:cs typeface="Times New Roman" panose="02020603050405020304" pitchFamily="18" charset="0"/>
              </a:rPr>
              <a:t>o</a:t>
            </a:r>
            <a:r>
              <a:rPr sz="1100" spc="65" dirty="0">
                <a:solidFill>
                  <a:srgbClr val="FFFFFF"/>
                </a:solidFill>
                <a:latin typeface="Times New Roman" panose="02020603050405020304" pitchFamily="18" charset="0"/>
                <a:cs typeface="Times New Roman" panose="02020603050405020304" pitchFamily="18" charset="0"/>
              </a:rPr>
              <a:t>n</a:t>
            </a:r>
            <a:r>
              <a:rPr sz="1100" spc="-95" dirty="0">
                <a:solidFill>
                  <a:srgbClr val="FFFFFF"/>
                </a:solidFill>
                <a:latin typeface="Times New Roman" panose="02020603050405020304" pitchFamily="18" charset="0"/>
                <a:cs typeface="Times New Roman" panose="02020603050405020304" pitchFamily="18" charset="0"/>
              </a:rPr>
              <a:t> </a:t>
            </a:r>
            <a:r>
              <a:rPr sz="1100" spc="125" dirty="0">
                <a:solidFill>
                  <a:srgbClr val="FFFFFF"/>
                </a:solidFill>
                <a:latin typeface="Times New Roman" panose="02020603050405020304" pitchFamily="18" charset="0"/>
                <a:cs typeface="Times New Roman" panose="02020603050405020304" pitchFamily="18" charset="0"/>
              </a:rPr>
              <a:t>m</a:t>
            </a:r>
            <a:r>
              <a:rPr sz="1100" dirty="0">
                <a:solidFill>
                  <a:srgbClr val="FFFFFF"/>
                </a:solidFill>
                <a:latin typeface="Times New Roman" panose="02020603050405020304" pitchFamily="18" charset="0"/>
                <a:cs typeface="Times New Roman" panose="02020603050405020304" pitchFamily="18" charset="0"/>
              </a:rPr>
              <a:t>a</a:t>
            </a:r>
            <a:r>
              <a:rPr sz="1100" spc="-30" dirty="0">
                <a:solidFill>
                  <a:srgbClr val="FFFFFF"/>
                </a:solidFill>
                <a:latin typeface="Times New Roman" panose="02020603050405020304" pitchFamily="18" charset="0"/>
                <a:cs typeface="Times New Roman" panose="02020603050405020304" pitchFamily="18" charset="0"/>
              </a:rPr>
              <a:t>r</a:t>
            </a:r>
            <a:r>
              <a:rPr sz="1100" dirty="0">
                <a:solidFill>
                  <a:srgbClr val="FFFFFF"/>
                </a:solidFill>
                <a:latin typeface="Times New Roman" panose="02020603050405020304" pitchFamily="18" charset="0"/>
                <a:cs typeface="Times New Roman" panose="02020603050405020304" pitchFamily="18" charset="0"/>
              </a:rPr>
              <a:t>k</a:t>
            </a:r>
            <a:r>
              <a:rPr sz="1100" spc="25" dirty="0">
                <a:solidFill>
                  <a:srgbClr val="FFFFFF"/>
                </a:solidFill>
                <a:latin typeface="Times New Roman" panose="02020603050405020304" pitchFamily="18" charset="0"/>
                <a:cs typeface="Times New Roman" panose="02020603050405020304" pitchFamily="18" charset="0"/>
              </a:rPr>
              <a:t>e</a:t>
            </a:r>
            <a:r>
              <a:rPr sz="1100" spc="20" dirty="0">
                <a:solidFill>
                  <a:srgbClr val="FFFFFF"/>
                </a:solidFill>
                <a:latin typeface="Times New Roman" panose="02020603050405020304" pitchFamily="18" charset="0"/>
                <a:cs typeface="Times New Roman" panose="02020603050405020304" pitchFamily="18" charset="0"/>
              </a:rPr>
              <a:t>t</a:t>
            </a:r>
            <a:r>
              <a:rPr sz="1100" spc="-95" dirty="0">
                <a:solidFill>
                  <a:srgbClr val="FFFFFF"/>
                </a:solidFill>
                <a:latin typeface="Times New Roman" panose="02020603050405020304" pitchFamily="18" charset="0"/>
                <a:cs typeface="Times New Roman" panose="02020603050405020304" pitchFamily="18" charset="0"/>
              </a:rPr>
              <a:t> </a:t>
            </a:r>
            <a:r>
              <a:rPr sz="1100" spc="75" dirty="0">
                <a:solidFill>
                  <a:srgbClr val="FFFFFF"/>
                </a:solidFill>
                <a:latin typeface="Times New Roman" panose="02020603050405020304" pitchFamily="18" charset="0"/>
                <a:cs typeface="Times New Roman" panose="02020603050405020304" pitchFamily="18" charset="0"/>
              </a:rPr>
              <a:t>p</a:t>
            </a:r>
            <a:r>
              <a:rPr sz="1100" spc="-35" dirty="0">
                <a:solidFill>
                  <a:srgbClr val="FFFFFF"/>
                </a:solidFill>
                <a:latin typeface="Times New Roman" panose="02020603050405020304" pitchFamily="18" charset="0"/>
                <a:cs typeface="Times New Roman" panose="02020603050405020304" pitchFamily="18" charset="0"/>
              </a:rPr>
              <a:t>r</a:t>
            </a:r>
            <a:r>
              <a:rPr sz="1100" spc="35" dirty="0">
                <a:solidFill>
                  <a:srgbClr val="FFFFFF"/>
                </a:solidFill>
                <a:latin typeface="Times New Roman" panose="02020603050405020304" pitchFamily="18" charset="0"/>
                <a:cs typeface="Times New Roman" panose="02020603050405020304" pitchFamily="18" charset="0"/>
              </a:rPr>
              <a:t>o</a:t>
            </a:r>
            <a:r>
              <a:rPr sz="1100" spc="75" dirty="0">
                <a:solidFill>
                  <a:srgbClr val="FFFFFF"/>
                </a:solidFill>
                <a:latin typeface="Times New Roman" panose="02020603050405020304" pitchFamily="18" charset="0"/>
                <a:cs typeface="Times New Roman" panose="02020603050405020304" pitchFamily="18" charset="0"/>
              </a:rPr>
              <a:t>b</a:t>
            </a:r>
            <a:r>
              <a:rPr sz="1100" dirty="0">
                <a:solidFill>
                  <a:srgbClr val="FFFFFF"/>
                </a:solidFill>
                <a:latin typeface="Times New Roman" panose="02020603050405020304" pitchFamily="18" charset="0"/>
                <a:cs typeface="Times New Roman" panose="02020603050405020304" pitchFamily="18" charset="0"/>
              </a:rPr>
              <a:t>l</a:t>
            </a:r>
            <a:r>
              <a:rPr sz="1100" spc="25" dirty="0">
                <a:solidFill>
                  <a:srgbClr val="FFFFFF"/>
                </a:solidFill>
                <a:latin typeface="Times New Roman" panose="02020603050405020304" pitchFamily="18" charset="0"/>
                <a:cs typeface="Times New Roman" panose="02020603050405020304" pitchFamily="18" charset="0"/>
              </a:rPr>
              <a:t>e</a:t>
            </a:r>
            <a:r>
              <a:rPr sz="1100" spc="125" dirty="0">
                <a:solidFill>
                  <a:srgbClr val="FFFFFF"/>
                </a:solidFill>
                <a:latin typeface="Times New Roman" panose="02020603050405020304" pitchFamily="18" charset="0"/>
                <a:cs typeface="Times New Roman" panose="02020603050405020304" pitchFamily="18" charset="0"/>
              </a:rPr>
              <a:t>m</a:t>
            </a:r>
            <a:r>
              <a:rPr sz="1100" spc="-95" dirty="0">
                <a:solidFill>
                  <a:srgbClr val="FFFFFF"/>
                </a:solidFill>
                <a:latin typeface="Times New Roman" panose="02020603050405020304" pitchFamily="18" charset="0"/>
                <a:cs typeface="Times New Roman" panose="02020603050405020304" pitchFamily="18" charset="0"/>
              </a:rPr>
              <a:t> </a:t>
            </a:r>
            <a:r>
              <a:rPr sz="1100" spc="20" dirty="0">
                <a:solidFill>
                  <a:srgbClr val="FFFFFF"/>
                </a:solidFill>
                <a:latin typeface="Times New Roman" panose="02020603050405020304" pitchFamily="18" charset="0"/>
                <a:cs typeface="Times New Roman" panose="02020603050405020304" pitchFamily="18" charset="0"/>
              </a:rPr>
              <a:t>t</a:t>
            </a:r>
            <a:r>
              <a:rPr sz="1100" spc="65" dirty="0">
                <a:solidFill>
                  <a:srgbClr val="FFFFFF"/>
                </a:solidFill>
                <a:latin typeface="Times New Roman" panose="02020603050405020304" pitchFamily="18" charset="0"/>
                <a:cs typeface="Times New Roman" panose="02020603050405020304" pitchFamily="18" charset="0"/>
              </a:rPr>
              <a:t>h</a:t>
            </a:r>
            <a:r>
              <a:rPr sz="1100" dirty="0">
                <a:solidFill>
                  <a:srgbClr val="FFFFFF"/>
                </a:solidFill>
                <a:latin typeface="Times New Roman" panose="02020603050405020304" pitchFamily="18" charset="0"/>
                <a:cs typeface="Times New Roman" panose="02020603050405020304" pitchFamily="18" charset="0"/>
              </a:rPr>
              <a:t>a</a:t>
            </a:r>
            <a:r>
              <a:rPr sz="1100" spc="20" dirty="0">
                <a:solidFill>
                  <a:srgbClr val="FFFFFF"/>
                </a:solidFill>
                <a:latin typeface="Times New Roman" panose="02020603050405020304" pitchFamily="18" charset="0"/>
                <a:cs typeface="Times New Roman" panose="02020603050405020304" pitchFamily="18" charset="0"/>
              </a:rPr>
              <a:t>t</a:t>
            </a:r>
            <a:r>
              <a:rPr sz="1100" spc="-95" dirty="0">
                <a:solidFill>
                  <a:srgbClr val="FFFFFF"/>
                </a:solidFill>
                <a:latin typeface="Times New Roman" panose="02020603050405020304" pitchFamily="18" charset="0"/>
                <a:cs typeface="Times New Roman" panose="02020603050405020304" pitchFamily="18" charset="0"/>
              </a:rPr>
              <a:t> </a:t>
            </a:r>
            <a:r>
              <a:rPr sz="1100" spc="60" dirty="0">
                <a:solidFill>
                  <a:srgbClr val="FFFFFF"/>
                </a:solidFill>
                <a:latin typeface="Times New Roman" panose="02020603050405020304" pitchFamily="18" charset="0"/>
                <a:cs typeface="Times New Roman" panose="02020603050405020304" pitchFamily="18" charset="0"/>
              </a:rPr>
              <a:t>c</a:t>
            </a:r>
            <a:r>
              <a:rPr sz="1100" dirty="0">
                <a:solidFill>
                  <a:srgbClr val="FFFFFF"/>
                </a:solidFill>
                <a:latin typeface="Times New Roman" panose="02020603050405020304" pitchFamily="18" charset="0"/>
                <a:cs typeface="Times New Roman" panose="02020603050405020304" pitchFamily="18" charset="0"/>
              </a:rPr>
              <a:t>a</a:t>
            </a:r>
            <a:r>
              <a:rPr sz="1100" spc="45" dirty="0">
                <a:solidFill>
                  <a:srgbClr val="FFFFFF"/>
                </a:solidFill>
                <a:latin typeface="Times New Roman" panose="02020603050405020304" pitchFamily="18" charset="0"/>
                <a:cs typeface="Times New Roman" panose="02020603050405020304" pitchFamily="18" charset="0"/>
              </a:rPr>
              <a:t>n  </a:t>
            </a:r>
            <a:r>
              <a:rPr sz="1100" dirty="0">
                <a:solidFill>
                  <a:srgbClr val="FFFFFF"/>
                </a:solidFill>
                <a:latin typeface="Times New Roman" panose="02020603050405020304" pitchFamily="18" charset="0"/>
                <a:cs typeface="Times New Roman" panose="02020603050405020304" pitchFamily="18" charset="0"/>
              </a:rPr>
              <a:t>l</a:t>
            </a:r>
            <a:r>
              <a:rPr sz="1100" spc="5" dirty="0">
                <a:solidFill>
                  <a:srgbClr val="FFFFFF"/>
                </a:solidFill>
                <a:latin typeface="Times New Roman" panose="02020603050405020304" pitchFamily="18" charset="0"/>
                <a:cs typeface="Times New Roman" panose="02020603050405020304" pitchFamily="18" charset="0"/>
              </a:rPr>
              <a:t>e</a:t>
            </a:r>
            <a:r>
              <a:rPr sz="1100" dirty="0">
                <a:solidFill>
                  <a:srgbClr val="FFFFFF"/>
                </a:solidFill>
                <a:latin typeface="Times New Roman" panose="02020603050405020304" pitchFamily="18" charset="0"/>
                <a:cs typeface="Times New Roman" panose="02020603050405020304" pitchFamily="18" charset="0"/>
              </a:rPr>
              <a:t>a</a:t>
            </a:r>
            <a:r>
              <a:rPr sz="1100" spc="75" dirty="0">
                <a:solidFill>
                  <a:srgbClr val="FFFFFF"/>
                </a:solidFill>
                <a:latin typeface="Times New Roman" panose="02020603050405020304" pitchFamily="18" charset="0"/>
                <a:cs typeface="Times New Roman" panose="02020603050405020304" pitchFamily="18" charset="0"/>
              </a:rPr>
              <a:t>d</a:t>
            </a:r>
            <a:r>
              <a:rPr sz="1100" spc="-95" dirty="0">
                <a:solidFill>
                  <a:srgbClr val="FFFFFF"/>
                </a:solidFill>
                <a:latin typeface="Times New Roman" panose="02020603050405020304" pitchFamily="18" charset="0"/>
                <a:cs typeface="Times New Roman" panose="02020603050405020304" pitchFamily="18" charset="0"/>
              </a:rPr>
              <a:t> </a:t>
            </a:r>
            <a:r>
              <a:rPr sz="1100" spc="-5" dirty="0">
                <a:solidFill>
                  <a:srgbClr val="FFFFFF"/>
                </a:solidFill>
                <a:latin typeface="Times New Roman" panose="02020603050405020304" pitchFamily="18" charset="0"/>
                <a:cs typeface="Times New Roman" panose="02020603050405020304" pitchFamily="18" charset="0"/>
              </a:rPr>
              <a:t>t</a:t>
            </a:r>
            <a:r>
              <a:rPr sz="1100" spc="35" dirty="0">
                <a:solidFill>
                  <a:srgbClr val="FFFFFF"/>
                </a:solidFill>
                <a:latin typeface="Times New Roman" panose="02020603050405020304" pitchFamily="18" charset="0"/>
                <a:cs typeface="Times New Roman" panose="02020603050405020304" pitchFamily="18" charset="0"/>
              </a:rPr>
              <a:t>o</a:t>
            </a:r>
            <a:r>
              <a:rPr sz="1100" spc="-95" dirty="0">
                <a:solidFill>
                  <a:srgbClr val="FFFFFF"/>
                </a:solidFill>
                <a:latin typeface="Times New Roman" panose="02020603050405020304" pitchFamily="18" charset="0"/>
                <a:cs typeface="Times New Roman" panose="02020603050405020304" pitchFamily="18" charset="0"/>
              </a:rPr>
              <a:t> </a:t>
            </a:r>
            <a:r>
              <a:rPr sz="1100" spc="60" dirty="0">
                <a:solidFill>
                  <a:srgbClr val="FFFFFF"/>
                </a:solidFill>
                <a:latin typeface="Times New Roman" panose="02020603050405020304" pitchFamily="18" charset="0"/>
                <a:cs typeface="Times New Roman" panose="02020603050405020304" pitchFamily="18" charset="0"/>
              </a:rPr>
              <a:t>u</a:t>
            </a:r>
            <a:r>
              <a:rPr sz="1100" spc="65" dirty="0">
                <a:solidFill>
                  <a:srgbClr val="FFFFFF"/>
                </a:solidFill>
                <a:latin typeface="Times New Roman" panose="02020603050405020304" pitchFamily="18" charset="0"/>
                <a:cs typeface="Times New Roman" panose="02020603050405020304" pitchFamily="18" charset="0"/>
              </a:rPr>
              <a:t>n</a:t>
            </a:r>
            <a:r>
              <a:rPr sz="1100" dirty="0">
                <a:solidFill>
                  <a:srgbClr val="FFFFFF"/>
                </a:solidFill>
                <a:latin typeface="Times New Roman" panose="02020603050405020304" pitchFamily="18" charset="0"/>
                <a:cs typeface="Times New Roman" panose="02020603050405020304" pitchFamily="18" charset="0"/>
              </a:rPr>
              <a:t>i</a:t>
            </a:r>
            <a:r>
              <a:rPr sz="1100" spc="65" dirty="0">
                <a:solidFill>
                  <a:srgbClr val="FFFFFF"/>
                </a:solidFill>
                <a:latin typeface="Times New Roman" panose="02020603050405020304" pitchFamily="18" charset="0"/>
                <a:cs typeface="Times New Roman" panose="02020603050405020304" pitchFamily="18" charset="0"/>
              </a:rPr>
              <a:t>n</a:t>
            </a:r>
            <a:r>
              <a:rPr sz="1100" spc="-5" dirty="0">
                <a:solidFill>
                  <a:srgbClr val="FFFFFF"/>
                </a:solidFill>
                <a:latin typeface="Times New Roman" panose="02020603050405020304" pitchFamily="18" charset="0"/>
                <a:cs typeface="Times New Roman" panose="02020603050405020304" pitchFamily="18" charset="0"/>
              </a:rPr>
              <a:t>t</a:t>
            </a:r>
            <a:r>
              <a:rPr sz="1100" spc="25" dirty="0">
                <a:solidFill>
                  <a:srgbClr val="FFFFFF"/>
                </a:solidFill>
                <a:latin typeface="Times New Roman" panose="02020603050405020304" pitchFamily="18" charset="0"/>
                <a:cs typeface="Times New Roman" panose="02020603050405020304" pitchFamily="18" charset="0"/>
              </a:rPr>
              <a:t>e</a:t>
            </a:r>
            <a:r>
              <a:rPr sz="1100" spc="65" dirty="0">
                <a:solidFill>
                  <a:srgbClr val="FFFFFF"/>
                </a:solidFill>
                <a:latin typeface="Times New Roman" panose="02020603050405020304" pitchFamily="18" charset="0"/>
                <a:cs typeface="Times New Roman" panose="02020603050405020304" pitchFamily="18" charset="0"/>
              </a:rPr>
              <a:t>n</a:t>
            </a:r>
            <a:r>
              <a:rPr sz="1100" spc="75" dirty="0">
                <a:solidFill>
                  <a:srgbClr val="FFFFFF"/>
                </a:solidFill>
                <a:latin typeface="Times New Roman" panose="02020603050405020304" pitchFamily="18" charset="0"/>
                <a:cs typeface="Times New Roman" panose="02020603050405020304" pitchFamily="18" charset="0"/>
              </a:rPr>
              <a:t>d</a:t>
            </a:r>
            <a:r>
              <a:rPr sz="1100" spc="25" dirty="0">
                <a:solidFill>
                  <a:srgbClr val="FFFFFF"/>
                </a:solidFill>
                <a:latin typeface="Times New Roman" panose="02020603050405020304" pitchFamily="18" charset="0"/>
                <a:cs typeface="Times New Roman" panose="02020603050405020304" pitchFamily="18" charset="0"/>
              </a:rPr>
              <a:t>e</a:t>
            </a:r>
            <a:r>
              <a:rPr sz="1100" spc="75" dirty="0">
                <a:solidFill>
                  <a:srgbClr val="FFFFFF"/>
                </a:solidFill>
                <a:latin typeface="Times New Roman" panose="02020603050405020304" pitchFamily="18" charset="0"/>
                <a:cs typeface="Times New Roman" panose="02020603050405020304" pitchFamily="18" charset="0"/>
              </a:rPr>
              <a:t>d</a:t>
            </a:r>
            <a:r>
              <a:rPr sz="1100" spc="-95" dirty="0">
                <a:solidFill>
                  <a:srgbClr val="FFFFFF"/>
                </a:solidFill>
                <a:latin typeface="Times New Roman" panose="02020603050405020304" pitchFamily="18" charset="0"/>
                <a:cs typeface="Times New Roman" panose="02020603050405020304" pitchFamily="18" charset="0"/>
              </a:rPr>
              <a:t> </a:t>
            </a:r>
            <a:r>
              <a:rPr sz="1100" spc="45" dirty="0">
                <a:solidFill>
                  <a:srgbClr val="FFFFFF"/>
                </a:solidFill>
                <a:latin typeface="Times New Roman" panose="02020603050405020304" pitchFamily="18" charset="0"/>
                <a:cs typeface="Times New Roman" panose="02020603050405020304" pitchFamily="18" charset="0"/>
              </a:rPr>
              <a:t>c</a:t>
            </a:r>
            <a:r>
              <a:rPr sz="1100" spc="35" dirty="0">
                <a:solidFill>
                  <a:srgbClr val="FFFFFF"/>
                </a:solidFill>
                <a:latin typeface="Times New Roman" panose="02020603050405020304" pitchFamily="18" charset="0"/>
                <a:cs typeface="Times New Roman" panose="02020603050405020304" pitchFamily="18" charset="0"/>
              </a:rPr>
              <a:t>o</a:t>
            </a:r>
            <a:r>
              <a:rPr sz="1100" spc="65" dirty="0">
                <a:solidFill>
                  <a:srgbClr val="FFFFFF"/>
                </a:solidFill>
                <a:latin typeface="Times New Roman" panose="02020603050405020304" pitchFamily="18" charset="0"/>
                <a:cs typeface="Times New Roman" panose="02020603050405020304" pitchFamily="18" charset="0"/>
              </a:rPr>
              <a:t>n</a:t>
            </a:r>
            <a:r>
              <a:rPr sz="1100" spc="-25" dirty="0">
                <a:solidFill>
                  <a:srgbClr val="FFFFFF"/>
                </a:solidFill>
                <a:latin typeface="Times New Roman" panose="02020603050405020304" pitchFamily="18" charset="0"/>
                <a:cs typeface="Times New Roman" panose="02020603050405020304" pitchFamily="18" charset="0"/>
              </a:rPr>
              <a:t>s</a:t>
            </a:r>
            <a:r>
              <a:rPr sz="1100" spc="25" dirty="0">
                <a:solidFill>
                  <a:srgbClr val="FFFFFF"/>
                </a:solidFill>
                <a:latin typeface="Times New Roman" panose="02020603050405020304" pitchFamily="18" charset="0"/>
                <a:cs typeface="Times New Roman" panose="02020603050405020304" pitchFamily="18" charset="0"/>
              </a:rPr>
              <a:t>e</a:t>
            </a:r>
            <a:r>
              <a:rPr sz="1100" spc="75" dirty="0">
                <a:solidFill>
                  <a:srgbClr val="FFFFFF"/>
                </a:solidFill>
                <a:latin typeface="Times New Roman" panose="02020603050405020304" pitchFamily="18" charset="0"/>
                <a:cs typeface="Times New Roman" panose="02020603050405020304" pitchFamily="18" charset="0"/>
              </a:rPr>
              <a:t>q</a:t>
            </a:r>
            <a:r>
              <a:rPr sz="1100" spc="60" dirty="0">
                <a:solidFill>
                  <a:srgbClr val="FFFFFF"/>
                </a:solidFill>
                <a:latin typeface="Times New Roman" panose="02020603050405020304" pitchFamily="18" charset="0"/>
                <a:cs typeface="Times New Roman" panose="02020603050405020304" pitchFamily="18" charset="0"/>
              </a:rPr>
              <a:t>u</a:t>
            </a:r>
            <a:r>
              <a:rPr sz="1100" spc="25" dirty="0">
                <a:solidFill>
                  <a:srgbClr val="FFFFFF"/>
                </a:solidFill>
                <a:latin typeface="Times New Roman" panose="02020603050405020304" pitchFamily="18" charset="0"/>
                <a:cs typeface="Times New Roman" panose="02020603050405020304" pitchFamily="18" charset="0"/>
              </a:rPr>
              <a:t>e</a:t>
            </a:r>
            <a:r>
              <a:rPr sz="1100" spc="65" dirty="0">
                <a:solidFill>
                  <a:srgbClr val="FFFFFF"/>
                </a:solidFill>
                <a:latin typeface="Times New Roman" panose="02020603050405020304" pitchFamily="18" charset="0"/>
                <a:cs typeface="Times New Roman" panose="02020603050405020304" pitchFamily="18" charset="0"/>
              </a:rPr>
              <a:t>n</a:t>
            </a:r>
            <a:r>
              <a:rPr sz="1100" spc="45" dirty="0">
                <a:solidFill>
                  <a:srgbClr val="FFFFFF"/>
                </a:solidFill>
                <a:latin typeface="Times New Roman" panose="02020603050405020304" pitchFamily="18" charset="0"/>
                <a:cs typeface="Times New Roman" panose="02020603050405020304" pitchFamily="18" charset="0"/>
              </a:rPr>
              <a:t>c</a:t>
            </a:r>
            <a:r>
              <a:rPr sz="1100" spc="25" dirty="0">
                <a:solidFill>
                  <a:srgbClr val="FFFFFF"/>
                </a:solidFill>
                <a:latin typeface="Times New Roman" panose="02020603050405020304" pitchFamily="18" charset="0"/>
                <a:cs typeface="Times New Roman" panose="02020603050405020304" pitchFamily="18" charset="0"/>
              </a:rPr>
              <a:t>e</a:t>
            </a:r>
            <a:r>
              <a:rPr sz="1100" spc="-25" dirty="0">
                <a:solidFill>
                  <a:srgbClr val="FFFFFF"/>
                </a:solidFill>
                <a:latin typeface="Times New Roman" panose="02020603050405020304" pitchFamily="18" charset="0"/>
                <a:cs typeface="Times New Roman" panose="02020603050405020304" pitchFamily="18" charset="0"/>
              </a:rPr>
              <a:t>s</a:t>
            </a:r>
            <a:r>
              <a:rPr sz="1100" spc="-160" dirty="0">
                <a:solidFill>
                  <a:srgbClr val="FFFFFF"/>
                </a:solidFill>
                <a:latin typeface="Times New Roman" panose="02020603050405020304" pitchFamily="18" charset="0"/>
                <a:cs typeface="Times New Roman" panose="02020603050405020304" pitchFamily="18" charset="0"/>
              </a:rPr>
              <a:t>.  </a:t>
            </a:r>
            <a:r>
              <a:rPr sz="1100" dirty="0">
                <a:solidFill>
                  <a:srgbClr val="FFFFFF"/>
                </a:solidFill>
                <a:latin typeface="Times New Roman" panose="02020603050405020304" pitchFamily="18" charset="0"/>
                <a:cs typeface="Times New Roman" panose="02020603050405020304" pitchFamily="18" charset="0"/>
              </a:rPr>
              <a:t>This </a:t>
            </a:r>
            <a:r>
              <a:rPr sz="1100" spc="20" dirty="0">
                <a:solidFill>
                  <a:srgbClr val="FFFFFF"/>
                </a:solidFill>
                <a:latin typeface="Times New Roman" panose="02020603050405020304" pitchFamily="18" charset="0"/>
                <a:cs typeface="Times New Roman" panose="02020603050405020304" pitchFamily="18" charset="0"/>
              </a:rPr>
              <a:t>presentation will </a:t>
            </a:r>
            <a:r>
              <a:rPr sz="1100" spc="5" dirty="0">
                <a:solidFill>
                  <a:srgbClr val="FFFFFF"/>
                </a:solidFill>
                <a:latin typeface="Times New Roman" panose="02020603050405020304" pitchFamily="18" charset="0"/>
                <a:cs typeface="Times New Roman" panose="02020603050405020304" pitchFamily="18" charset="0"/>
              </a:rPr>
              <a:t>explore </a:t>
            </a:r>
            <a:r>
              <a:rPr sz="1100" spc="55" dirty="0">
                <a:solidFill>
                  <a:srgbClr val="FFFFFF"/>
                </a:solidFill>
                <a:latin typeface="Times New Roman" panose="02020603050405020304" pitchFamily="18" charset="0"/>
                <a:cs typeface="Times New Roman" panose="02020603050405020304" pitchFamily="18" charset="0"/>
              </a:rPr>
              <a:t>how </a:t>
            </a:r>
            <a:r>
              <a:rPr sz="1100" spc="-375" dirty="0">
                <a:solidFill>
                  <a:srgbClr val="FFFFFF"/>
                </a:solidFill>
                <a:latin typeface="Times New Roman" panose="02020603050405020304" pitchFamily="18" charset="0"/>
                <a:cs typeface="Times New Roman" panose="02020603050405020304" pitchFamily="18" charset="0"/>
              </a:rPr>
              <a:t> </a:t>
            </a:r>
            <a:r>
              <a:rPr sz="1100" spc="-5" dirty="0">
                <a:solidFill>
                  <a:srgbClr val="FFFFFF"/>
                </a:solidFill>
                <a:latin typeface="Times New Roman" panose="02020603050405020304" pitchFamily="18" charset="0"/>
                <a:cs typeface="Times New Roman" panose="02020603050405020304" pitchFamily="18" charset="0"/>
              </a:rPr>
              <a:t>t</a:t>
            </a:r>
            <a:r>
              <a:rPr sz="1100" spc="35" dirty="0">
                <a:solidFill>
                  <a:srgbClr val="FFFFFF"/>
                </a:solidFill>
                <a:latin typeface="Times New Roman" panose="02020603050405020304" pitchFamily="18" charset="0"/>
                <a:cs typeface="Times New Roman" panose="02020603050405020304" pitchFamily="18" charset="0"/>
              </a:rPr>
              <a:t>o</a:t>
            </a:r>
            <a:r>
              <a:rPr sz="1100" spc="-95" dirty="0">
                <a:solidFill>
                  <a:srgbClr val="FFFFFF"/>
                </a:solidFill>
                <a:latin typeface="Times New Roman" panose="02020603050405020304" pitchFamily="18" charset="0"/>
                <a:cs typeface="Times New Roman" panose="02020603050405020304" pitchFamily="18" charset="0"/>
              </a:rPr>
              <a:t> </a:t>
            </a:r>
            <a:r>
              <a:rPr sz="1100" spc="65" dirty="0">
                <a:solidFill>
                  <a:srgbClr val="FFFFFF"/>
                </a:solidFill>
                <a:latin typeface="Times New Roman" panose="02020603050405020304" pitchFamily="18" charset="0"/>
                <a:cs typeface="Times New Roman" panose="02020603050405020304" pitchFamily="18" charset="0"/>
              </a:rPr>
              <a:t>n</a:t>
            </a:r>
            <a:r>
              <a:rPr sz="1100" spc="-15" dirty="0">
                <a:solidFill>
                  <a:srgbClr val="FFFFFF"/>
                </a:solidFill>
                <a:latin typeface="Times New Roman" panose="02020603050405020304" pitchFamily="18" charset="0"/>
                <a:cs typeface="Times New Roman" panose="02020603050405020304" pitchFamily="18" charset="0"/>
              </a:rPr>
              <a:t>a</a:t>
            </a:r>
            <a:r>
              <a:rPr sz="1100" spc="-45" dirty="0">
                <a:solidFill>
                  <a:srgbClr val="FFFFFF"/>
                </a:solidFill>
                <a:latin typeface="Times New Roman" panose="02020603050405020304" pitchFamily="18" charset="0"/>
                <a:cs typeface="Times New Roman" panose="02020603050405020304" pitchFamily="18" charset="0"/>
              </a:rPr>
              <a:t>v</a:t>
            </a:r>
            <a:r>
              <a:rPr sz="1100" dirty="0">
                <a:solidFill>
                  <a:srgbClr val="FFFFFF"/>
                </a:solidFill>
                <a:latin typeface="Times New Roman" panose="02020603050405020304" pitchFamily="18" charset="0"/>
                <a:cs typeface="Times New Roman" panose="02020603050405020304" pitchFamily="18" charset="0"/>
              </a:rPr>
              <a:t>i</a:t>
            </a:r>
            <a:r>
              <a:rPr sz="1100" spc="85" dirty="0">
                <a:solidFill>
                  <a:srgbClr val="FFFFFF"/>
                </a:solidFill>
                <a:latin typeface="Times New Roman" panose="02020603050405020304" pitchFamily="18" charset="0"/>
                <a:cs typeface="Times New Roman" panose="02020603050405020304" pitchFamily="18" charset="0"/>
              </a:rPr>
              <a:t>g</a:t>
            </a:r>
            <a:r>
              <a:rPr sz="1100" dirty="0">
                <a:solidFill>
                  <a:srgbClr val="FFFFFF"/>
                </a:solidFill>
                <a:latin typeface="Times New Roman" panose="02020603050405020304" pitchFamily="18" charset="0"/>
                <a:cs typeface="Times New Roman" panose="02020603050405020304" pitchFamily="18" charset="0"/>
              </a:rPr>
              <a:t>a</a:t>
            </a:r>
            <a:r>
              <a:rPr sz="1100" spc="-5" dirty="0">
                <a:solidFill>
                  <a:srgbClr val="FFFFFF"/>
                </a:solidFill>
                <a:latin typeface="Times New Roman" panose="02020603050405020304" pitchFamily="18" charset="0"/>
                <a:cs typeface="Times New Roman" panose="02020603050405020304" pitchFamily="18" charset="0"/>
              </a:rPr>
              <a:t>t</a:t>
            </a:r>
            <a:r>
              <a:rPr sz="1100" spc="25" dirty="0">
                <a:solidFill>
                  <a:srgbClr val="FFFFFF"/>
                </a:solidFill>
                <a:latin typeface="Times New Roman" panose="02020603050405020304" pitchFamily="18" charset="0"/>
                <a:cs typeface="Times New Roman" panose="02020603050405020304" pitchFamily="18" charset="0"/>
              </a:rPr>
              <a:t>e</a:t>
            </a:r>
            <a:r>
              <a:rPr sz="1100" spc="-95" dirty="0">
                <a:solidFill>
                  <a:srgbClr val="FFFFFF"/>
                </a:solidFill>
                <a:latin typeface="Times New Roman" panose="02020603050405020304" pitchFamily="18" charset="0"/>
                <a:cs typeface="Times New Roman" panose="02020603050405020304" pitchFamily="18" charset="0"/>
              </a:rPr>
              <a:t> </a:t>
            </a:r>
            <a:r>
              <a:rPr sz="1100" spc="20" dirty="0">
                <a:solidFill>
                  <a:srgbClr val="FFFFFF"/>
                </a:solidFill>
                <a:latin typeface="Times New Roman" panose="02020603050405020304" pitchFamily="18" charset="0"/>
                <a:cs typeface="Times New Roman" panose="02020603050405020304" pitchFamily="18" charset="0"/>
              </a:rPr>
              <a:t>t</a:t>
            </a:r>
            <a:r>
              <a:rPr sz="1100" spc="65" dirty="0">
                <a:solidFill>
                  <a:srgbClr val="FFFFFF"/>
                </a:solidFill>
                <a:latin typeface="Times New Roman" panose="02020603050405020304" pitchFamily="18" charset="0"/>
                <a:cs typeface="Times New Roman" panose="02020603050405020304" pitchFamily="18" charset="0"/>
              </a:rPr>
              <a:t>h</a:t>
            </a:r>
            <a:r>
              <a:rPr sz="1100" spc="25" dirty="0">
                <a:solidFill>
                  <a:srgbClr val="FFFFFF"/>
                </a:solidFill>
                <a:latin typeface="Times New Roman" panose="02020603050405020304" pitchFamily="18" charset="0"/>
                <a:cs typeface="Times New Roman" panose="02020603050405020304" pitchFamily="18" charset="0"/>
              </a:rPr>
              <a:t>e</a:t>
            </a:r>
            <a:r>
              <a:rPr sz="1100" spc="-95" dirty="0">
                <a:solidFill>
                  <a:srgbClr val="FFFFFF"/>
                </a:solidFill>
                <a:latin typeface="Times New Roman" panose="02020603050405020304" pitchFamily="18" charset="0"/>
                <a:cs typeface="Times New Roman" panose="02020603050405020304" pitchFamily="18" charset="0"/>
              </a:rPr>
              <a:t> </a:t>
            </a:r>
            <a:r>
              <a:rPr sz="1100" spc="125" dirty="0">
                <a:solidFill>
                  <a:srgbClr val="FFFFFF"/>
                </a:solidFill>
                <a:latin typeface="Times New Roman" panose="02020603050405020304" pitchFamily="18" charset="0"/>
                <a:cs typeface="Times New Roman" panose="02020603050405020304" pitchFamily="18" charset="0"/>
              </a:rPr>
              <a:t>m</a:t>
            </a:r>
            <a:r>
              <a:rPr sz="1100" dirty="0">
                <a:solidFill>
                  <a:srgbClr val="FFFFFF"/>
                </a:solidFill>
                <a:latin typeface="Times New Roman" panose="02020603050405020304" pitchFamily="18" charset="0"/>
                <a:cs typeface="Times New Roman" panose="02020603050405020304" pitchFamily="18" charset="0"/>
              </a:rPr>
              <a:t>a</a:t>
            </a:r>
            <a:r>
              <a:rPr sz="1100" spc="-30" dirty="0">
                <a:solidFill>
                  <a:srgbClr val="FFFFFF"/>
                </a:solidFill>
                <a:latin typeface="Times New Roman" panose="02020603050405020304" pitchFamily="18" charset="0"/>
                <a:cs typeface="Times New Roman" panose="02020603050405020304" pitchFamily="18" charset="0"/>
              </a:rPr>
              <a:t>r</a:t>
            </a:r>
            <a:r>
              <a:rPr sz="1100" dirty="0">
                <a:solidFill>
                  <a:srgbClr val="FFFFFF"/>
                </a:solidFill>
                <a:latin typeface="Times New Roman" panose="02020603050405020304" pitchFamily="18" charset="0"/>
                <a:cs typeface="Times New Roman" panose="02020603050405020304" pitchFamily="18" charset="0"/>
              </a:rPr>
              <a:t>k</a:t>
            </a:r>
            <a:r>
              <a:rPr sz="1100" spc="25" dirty="0">
                <a:solidFill>
                  <a:srgbClr val="FFFFFF"/>
                </a:solidFill>
                <a:latin typeface="Times New Roman" panose="02020603050405020304" pitchFamily="18" charset="0"/>
                <a:cs typeface="Times New Roman" panose="02020603050405020304" pitchFamily="18" charset="0"/>
              </a:rPr>
              <a:t>e</a:t>
            </a:r>
            <a:r>
              <a:rPr sz="1100" spc="20" dirty="0">
                <a:solidFill>
                  <a:srgbClr val="FFFFFF"/>
                </a:solidFill>
                <a:latin typeface="Times New Roman" panose="02020603050405020304" pitchFamily="18" charset="0"/>
                <a:cs typeface="Times New Roman" panose="02020603050405020304" pitchFamily="18" charset="0"/>
              </a:rPr>
              <a:t>t</a:t>
            </a:r>
            <a:r>
              <a:rPr sz="1100" spc="-95" dirty="0">
                <a:solidFill>
                  <a:srgbClr val="FFFFFF"/>
                </a:solidFill>
                <a:latin typeface="Times New Roman" panose="02020603050405020304" pitchFamily="18" charset="0"/>
                <a:cs typeface="Times New Roman" panose="02020603050405020304" pitchFamily="18" charset="0"/>
              </a:rPr>
              <a:t> </a:t>
            </a:r>
            <a:r>
              <a:rPr sz="1100" spc="85" dirty="0">
                <a:solidFill>
                  <a:srgbClr val="FFFFFF"/>
                </a:solidFill>
                <a:latin typeface="Times New Roman" panose="02020603050405020304" pitchFamily="18" charset="0"/>
                <a:cs typeface="Times New Roman" panose="02020603050405020304" pitchFamily="18" charset="0"/>
              </a:rPr>
              <a:t>w</a:t>
            </a:r>
            <a:r>
              <a:rPr sz="1100" dirty="0">
                <a:solidFill>
                  <a:srgbClr val="FFFFFF"/>
                </a:solidFill>
                <a:latin typeface="Times New Roman" panose="02020603050405020304" pitchFamily="18" charset="0"/>
                <a:cs typeface="Times New Roman" panose="02020603050405020304" pitchFamily="18" charset="0"/>
              </a:rPr>
              <a:t>i</a:t>
            </a:r>
            <a:r>
              <a:rPr sz="1100" spc="20" dirty="0">
                <a:solidFill>
                  <a:srgbClr val="FFFFFF"/>
                </a:solidFill>
                <a:latin typeface="Times New Roman" panose="02020603050405020304" pitchFamily="18" charset="0"/>
                <a:cs typeface="Times New Roman" panose="02020603050405020304" pitchFamily="18" charset="0"/>
              </a:rPr>
              <a:t>t</a:t>
            </a:r>
            <a:r>
              <a:rPr sz="1100" spc="45" dirty="0">
                <a:solidFill>
                  <a:srgbClr val="FFFFFF"/>
                </a:solidFill>
                <a:latin typeface="Times New Roman" panose="02020603050405020304" pitchFamily="18" charset="0"/>
                <a:cs typeface="Times New Roman" panose="02020603050405020304" pitchFamily="18" charset="0"/>
              </a:rPr>
              <a:t>h  </a:t>
            </a:r>
            <a:r>
              <a:rPr sz="1100" dirty="0">
                <a:solidFill>
                  <a:srgbClr val="FFFFFF"/>
                </a:solidFill>
                <a:latin typeface="Times New Roman" panose="02020603050405020304" pitchFamily="18" charset="0"/>
                <a:cs typeface="Times New Roman" panose="02020603050405020304" pitchFamily="18" charset="0"/>
              </a:rPr>
              <a:t>a</a:t>
            </a:r>
            <a:r>
              <a:rPr sz="1100" spc="-40" dirty="0">
                <a:solidFill>
                  <a:srgbClr val="FFFFFF"/>
                </a:solidFill>
                <a:latin typeface="Times New Roman" panose="02020603050405020304" pitchFamily="18" charset="0"/>
                <a:cs typeface="Times New Roman" panose="02020603050405020304" pitchFamily="18" charset="0"/>
              </a:rPr>
              <a:t>s</a:t>
            </a:r>
            <a:r>
              <a:rPr sz="1100" spc="-45" dirty="0">
                <a:solidFill>
                  <a:srgbClr val="FFFFFF"/>
                </a:solidFill>
                <a:latin typeface="Times New Roman" panose="02020603050405020304" pitchFamily="18" charset="0"/>
                <a:cs typeface="Times New Roman" panose="02020603050405020304" pitchFamily="18" charset="0"/>
              </a:rPr>
              <a:t>y</a:t>
            </a:r>
            <a:r>
              <a:rPr sz="1100" spc="125" dirty="0">
                <a:solidFill>
                  <a:srgbClr val="FFFFFF"/>
                </a:solidFill>
                <a:latin typeface="Times New Roman" panose="02020603050405020304" pitchFamily="18" charset="0"/>
                <a:cs typeface="Times New Roman" panose="02020603050405020304" pitchFamily="18" charset="0"/>
              </a:rPr>
              <a:t>mm</a:t>
            </a:r>
            <a:r>
              <a:rPr sz="1100" spc="25" dirty="0">
                <a:solidFill>
                  <a:srgbClr val="FFFFFF"/>
                </a:solidFill>
                <a:latin typeface="Times New Roman" panose="02020603050405020304" pitchFamily="18" charset="0"/>
                <a:cs typeface="Times New Roman" panose="02020603050405020304" pitchFamily="18" charset="0"/>
              </a:rPr>
              <a:t>e</a:t>
            </a:r>
            <a:r>
              <a:rPr sz="1100" spc="20" dirty="0">
                <a:solidFill>
                  <a:srgbClr val="FFFFFF"/>
                </a:solidFill>
                <a:latin typeface="Times New Roman" panose="02020603050405020304" pitchFamily="18" charset="0"/>
                <a:cs typeface="Times New Roman" panose="02020603050405020304" pitchFamily="18" charset="0"/>
              </a:rPr>
              <a:t>t</a:t>
            </a:r>
            <a:r>
              <a:rPr sz="1100" spc="-30" dirty="0">
                <a:solidFill>
                  <a:srgbClr val="FFFFFF"/>
                </a:solidFill>
                <a:latin typeface="Times New Roman" panose="02020603050405020304" pitchFamily="18" charset="0"/>
                <a:cs typeface="Times New Roman" panose="02020603050405020304" pitchFamily="18" charset="0"/>
              </a:rPr>
              <a:t>r</a:t>
            </a:r>
            <a:r>
              <a:rPr sz="1100" dirty="0">
                <a:solidFill>
                  <a:srgbClr val="FFFFFF"/>
                </a:solidFill>
                <a:latin typeface="Times New Roman" panose="02020603050405020304" pitchFamily="18" charset="0"/>
                <a:cs typeface="Times New Roman" panose="02020603050405020304" pitchFamily="18" charset="0"/>
              </a:rPr>
              <a:t>i</a:t>
            </a:r>
            <a:r>
              <a:rPr sz="1100" spc="60" dirty="0">
                <a:solidFill>
                  <a:srgbClr val="FFFFFF"/>
                </a:solidFill>
                <a:latin typeface="Times New Roman" panose="02020603050405020304" pitchFamily="18" charset="0"/>
                <a:cs typeface="Times New Roman" panose="02020603050405020304" pitchFamily="18" charset="0"/>
              </a:rPr>
              <a:t>c</a:t>
            </a:r>
            <a:r>
              <a:rPr sz="1100" spc="-95" dirty="0">
                <a:solidFill>
                  <a:srgbClr val="FFFFFF"/>
                </a:solidFill>
                <a:latin typeface="Times New Roman" panose="02020603050405020304" pitchFamily="18" charset="0"/>
                <a:cs typeface="Times New Roman" panose="02020603050405020304" pitchFamily="18" charset="0"/>
              </a:rPr>
              <a:t> </a:t>
            </a:r>
            <a:r>
              <a:rPr sz="1100" dirty="0">
                <a:solidFill>
                  <a:srgbClr val="FFFFFF"/>
                </a:solidFill>
                <a:latin typeface="Times New Roman" panose="02020603050405020304" pitchFamily="18" charset="0"/>
                <a:cs typeface="Times New Roman" panose="02020603050405020304" pitchFamily="18" charset="0"/>
              </a:rPr>
              <a:t>i</a:t>
            </a:r>
            <a:r>
              <a:rPr sz="1100" spc="65" dirty="0">
                <a:solidFill>
                  <a:srgbClr val="FFFFFF"/>
                </a:solidFill>
                <a:latin typeface="Times New Roman" panose="02020603050405020304" pitchFamily="18" charset="0"/>
                <a:cs typeface="Times New Roman" panose="02020603050405020304" pitchFamily="18" charset="0"/>
              </a:rPr>
              <a:t>n</a:t>
            </a:r>
            <a:r>
              <a:rPr sz="1100" spc="-20" dirty="0">
                <a:solidFill>
                  <a:srgbClr val="FFFFFF"/>
                </a:solidFill>
                <a:latin typeface="Times New Roman" panose="02020603050405020304" pitchFamily="18" charset="0"/>
                <a:cs typeface="Times New Roman" panose="02020603050405020304" pitchFamily="18" charset="0"/>
              </a:rPr>
              <a:t>f</a:t>
            </a:r>
            <a:r>
              <a:rPr sz="1100" spc="35" dirty="0">
                <a:solidFill>
                  <a:srgbClr val="FFFFFF"/>
                </a:solidFill>
                <a:latin typeface="Times New Roman" panose="02020603050405020304" pitchFamily="18" charset="0"/>
                <a:cs typeface="Times New Roman" panose="02020603050405020304" pitchFamily="18" charset="0"/>
              </a:rPr>
              <a:t>o</a:t>
            </a:r>
            <a:r>
              <a:rPr sz="1100" spc="-30" dirty="0">
                <a:solidFill>
                  <a:srgbClr val="FFFFFF"/>
                </a:solidFill>
                <a:latin typeface="Times New Roman" panose="02020603050405020304" pitchFamily="18" charset="0"/>
                <a:cs typeface="Times New Roman" panose="02020603050405020304" pitchFamily="18" charset="0"/>
              </a:rPr>
              <a:t>r</a:t>
            </a:r>
            <a:r>
              <a:rPr sz="1100" spc="125" dirty="0">
                <a:solidFill>
                  <a:srgbClr val="FFFFFF"/>
                </a:solidFill>
                <a:latin typeface="Times New Roman" panose="02020603050405020304" pitchFamily="18" charset="0"/>
                <a:cs typeface="Times New Roman" panose="02020603050405020304" pitchFamily="18" charset="0"/>
              </a:rPr>
              <a:t>m</a:t>
            </a:r>
            <a:r>
              <a:rPr sz="1100" dirty="0">
                <a:solidFill>
                  <a:srgbClr val="FFFFFF"/>
                </a:solidFill>
                <a:latin typeface="Times New Roman" panose="02020603050405020304" pitchFamily="18" charset="0"/>
                <a:cs typeface="Times New Roman" panose="02020603050405020304" pitchFamily="18" charset="0"/>
              </a:rPr>
              <a:t>a</a:t>
            </a:r>
            <a:r>
              <a:rPr sz="1100" spc="20" dirty="0">
                <a:solidFill>
                  <a:srgbClr val="FFFFFF"/>
                </a:solidFill>
                <a:latin typeface="Times New Roman" panose="02020603050405020304" pitchFamily="18" charset="0"/>
                <a:cs typeface="Times New Roman" panose="02020603050405020304" pitchFamily="18" charset="0"/>
              </a:rPr>
              <a:t>t</a:t>
            </a:r>
            <a:r>
              <a:rPr sz="1100" dirty="0">
                <a:solidFill>
                  <a:srgbClr val="FFFFFF"/>
                </a:solidFill>
                <a:latin typeface="Times New Roman" panose="02020603050405020304" pitchFamily="18" charset="0"/>
                <a:cs typeface="Times New Roman" panose="02020603050405020304" pitchFamily="18" charset="0"/>
              </a:rPr>
              <a:t>i</a:t>
            </a:r>
            <a:r>
              <a:rPr sz="1100" spc="35" dirty="0">
                <a:solidFill>
                  <a:srgbClr val="FFFFFF"/>
                </a:solidFill>
                <a:latin typeface="Times New Roman" panose="02020603050405020304" pitchFamily="18" charset="0"/>
                <a:cs typeface="Times New Roman" panose="02020603050405020304" pitchFamily="18" charset="0"/>
              </a:rPr>
              <a:t>o</a:t>
            </a:r>
            <a:r>
              <a:rPr sz="1100" spc="65" dirty="0">
                <a:solidFill>
                  <a:srgbClr val="FFFFFF"/>
                </a:solidFill>
                <a:latin typeface="Times New Roman" panose="02020603050405020304" pitchFamily="18" charset="0"/>
                <a:cs typeface="Times New Roman" panose="02020603050405020304" pitchFamily="18" charset="0"/>
              </a:rPr>
              <a:t>n</a:t>
            </a:r>
            <a:r>
              <a:rPr sz="1100" spc="-165" dirty="0">
                <a:solidFill>
                  <a:srgbClr val="FFFFFF"/>
                </a:solidFill>
                <a:latin typeface="Times New Roman" panose="02020603050405020304" pitchFamily="18" charset="0"/>
                <a:cs typeface="Times New Roman" panose="02020603050405020304" pitchFamily="18" charset="0"/>
              </a:rPr>
              <a:t>.</a:t>
            </a:r>
            <a:endParaRPr sz="11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0" y="0"/>
            <a:ext cx="2927349" cy="328015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2"/>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602701" cy="3280157"/>
          </a:xfrm>
          <a:prstGeom prst="rect">
            <a:avLst/>
          </a:prstGeom>
        </p:spPr>
      </p:pic>
      <p:sp>
        <p:nvSpPr>
          <p:cNvPr id="3" name="object 3"/>
          <p:cNvSpPr txBox="1">
            <a:spLocks noGrp="1"/>
          </p:cNvSpPr>
          <p:nvPr>
            <p:ph type="title"/>
          </p:nvPr>
        </p:nvSpPr>
        <p:spPr>
          <a:xfrm>
            <a:off x="2843993" y="360740"/>
            <a:ext cx="2774950" cy="562610"/>
          </a:xfrm>
          <a:prstGeom prst="rect">
            <a:avLst/>
          </a:prstGeom>
          <a:solidFill>
            <a:srgbClr val="000000"/>
          </a:solidFill>
        </p:spPr>
        <p:txBody>
          <a:bodyPr vert="horz" wrap="square" lIns="0" tIns="121920" rIns="0" bIns="0" rtlCol="0">
            <a:spAutoFit/>
          </a:bodyPr>
          <a:lstStyle/>
          <a:p>
            <a:pPr marL="896619" marR="546100" indent="-359410">
              <a:lnSpc>
                <a:spcPct val="102000"/>
              </a:lnSpc>
              <a:spcBef>
                <a:spcPts val="960"/>
              </a:spcBef>
            </a:pPr>
            <a:r>
              <a:rPr sz="1350" spc="-75" dirty="0">
                <a:latin typeface="Palatino Linotype"/>
                <a:cs typeface="Palatino Linotype"/>
              </a:rPr>
              <a:t>D</a:t>
            </a:r>
            <a:r>
              <a:rPr sz="1350" spc="5" dirty="0">
                <a:latin typeface="Palatino Linotype"/>
                <a:cs typeface="Palatino Linotype"/>
              </a:rPr>
              <a:t>e</a:t>
            </a:r>
            <a:r>
              <a:rPr sz="1350" spc="50" dirty="0">
                <a:latin typeface="Palatino Linotype"/>
                <a:cs typeface="Palatino Linotype"/>
              </a:rPr>
              <a:t>ﬁ</a:t>
            </a:r>
            <a:r>
              <a:rPr sz="1350" spc="5" dirty="0">
                <a:latin typeface="Palatino Linotype"/>
                <a:cs typeface="Palatino Linotype"/>
              </a:rPr>
              <a:t>n</a:t>
            </a:r>
            <a:r>
              <a:rPr sz="1350" spc="-25" dirty="0">
                <a:latin typeface="Palatino Linotype"/>
                <a:cs typeface="Palatino Linotype"/>
              </a:rPr>
              <a:t>i</a:t>
            </a:r>
            <a:r>
              <a:rPr sz="1350" spc="-5" dirty="0">
                <a:latin typeface="Palatino Linotype"/>
                <a:cs typeface="Palatino Linotype"/>
              </a:rPr>
              <a:t>ng</a:t>
            </a:r>
            <a:r>
              <a:rPr sz="1350" spc="-80" dirty="0">
                <a:latin typeface="Palatino Linotype"/>
                <a:cs typeface="Palatino Linotype"/>
              </a:rPr>
              <a:t> </a:t>
            </a:r>
            <a:r>
              <a:rPr sz="1350" spc="-150" dirty="0">
                <a:latin typeface="Palatino Linotype"/>
                <a:cs typeface="Palatino Linotype"/>
              </a:rPr>
              <a:t>A</a:t>
            </a:r>
            <a:r>
              <a:rPr sz="1350" spc="25" dirty="0">
                <a:latin typeface="Palatino Linotype"/>
                <a:cs typeface="Palatino Linotype"/>
              </a:rPr>
              <a:t>s</a:t>
            </a:r>
            <a:r>
              <a:rPr sz="1350" spc="-50" dirty="0">
                <a:latin typeface="Palatino Linotype"/>
                <a:cs typeface="Palatino Linotype"/>
              </a:rPr>
              <a:t>y</a:t>
            </a:r>
            <a:r>
              <a:rPr sz="1350" spc="20" dirty="0">
                <a:latin typeface="Palatino Linotype"/>
                <a:cs typeface="Palatino Linotype"/>
              </a:rPr>
              <a:t>mm</a:t>
            </a:r>
            <a:r>
              <a:rPr sz="1350" spc="5" dirty="0">
                <a:latin typeface="Palatino Linotype"/>
                <a:cs typeface="Palatino Linotype"/>
              </a:rPr>
              <a:t>e</a:t>
            </a:r>
            <a:r>
              <a:rPr sz="1350" spc="25" dirty="0">
                <a:latin typeface="Palatino Linotype"/>
                <a:cs typeface="Palatino Linotype"/>
              </a:rPr>
              <a:t>t</a:t>
            </a:r>
            <a:r>
              <a:rPr sz="1350" spc="105" dirty="0">
                <a:latin typeface="Palatino Linotype"/>
                <a:cs typeface="Palatino Linotype"/>
              </a:rPr>
              <a:t>r</a:t>
            </a:r>
            <a:r>
              <a:rPr sz="1350" spc="-25" dirty="0">
                <a:latin typeface="Palatino Linotype"/>
                <a:cs typeface="Palatino Linotype"/>
              </a:rPr>
              <a:t>i</a:t>
            </a:r>
            <a:r>
              <a:rPr sz="1350" spc="50" dirty="0">
                <a:latin typeface="Palatino Linotype"/>
                <a:cs typeface="Palatino Linotype"/>
              </a:rPr>
              <a:t>c  </a:t>
            </a:r>
            <a:r>
              <a:rPr sz="1350" spc="5" dirty="0">
                <a:latin typeface="Palatino Linotype"/>
                <a:cs typeface="Palatino Linotype"/>
              </a:rPr>
              <a:t>Information</a:t>
            </a:r>
            <a:endParaRPr sz="1350" dirty="0">
              <a:latin typeface="Palatino Linotype"/>
              <a:cs typeface="Palatino Linotype"/>
            </a:endParaRPr>
          </a:p>
        </p:txBody>
      </p:sp>
      <p:sp>
        <p:nvSpPr>
          <p:cNvPr id="4" name="object 4"/>
          <p:cNvSpPr txBox="1"/>
          <p:nvPr/>
        </p:nvSpPr>
        <p:spPr>
          <a:xfrm>
            <a:off x="2811595" y="1066970"/>
            <a:ext cx="2874645" cy="645048"/>
          </a:xfrm>
          <a:prstGeom prst="rect">
            <a:avLst/>
          </a:prstGeom>
        </p:spPr>
        <p:txBody>
          <a:bodyPr vert="horz" wrap="square" lIns="0" tIns="15240" rIns="0" bIns="0" rtlCol="0">
            <a:spAutoFit/>
          </a:bodyPr>
          <a:lstStyle/>
          <a:p>
            <a:pPr marL="12065" marR="5080" algn="ctr">
              <a:lnSpc>
                <a:spcPct val="116399"/>
              </a:lnSpc>
              <a:spcBef>
                <a:spcPts val="120"/>
              </a:spcBef>
            </a:pPr>
            <a:r>
              <a:rPr sz="900" spc="25" dirty="0">
                <a:latin typeface="Times New Roman" panose="02020603050405020304" pitchFamily="18" charset="0"/>
                <a:cs typeface="Times New Roman" panose="02020603050405020304" pitchFamily="18" charset="0"/>
              </a:rPr>
              <a:t>A</a:t>
            </a:r>
            <a:r>
              <a:rPr sz="900" spc="-40" dirty="0">
                <a:latin typeface="Times New Roman" panose="02020603050405020304" pitchFamily="18" charset="0"/>
                <a:cs typeface="Times New Roman" panose="02020603050405020304" pitchFamily="18" charset="0"/>
              </a:rPr>
              <a:t>s</a:t>
            </a:r>
            <a:r>
              <a:rPr sz="900" spc="-45" dirty="0">
                <a:latin typeface="Times New Roman" panose="02020603050405020304" pitchFamily="18" charset="0"/>
                <a:cs typeface="Times New Roman" panose="02020603050405020304" pitchFamily="18" charset="0"/>
              </a:rPr>
              <a:t>y</a:t>
            </a:r>
            <a:r>
              <a:rPr sz="900" spc="75" dirty="0">
                <a:latin typeface="Times New Roman" panose="02020603050405020304" pitchFamily="18" charset="0"/>
                <a:cs typeface="Times New Roman" panose="02020603050405020304" pitchFamily="18" charset="0"/>
              </a:rPr>
              <a:t>mm</a:t>
            </a:r>
            <a:r>
              <a:rPr sz="900" spc="5" dirty="0">
                <a:latin typeface="Times New Roman" panose="02020603050405020304" pitchFamily="18" charset="0"/>
                <a:cs typeface="Times New Roman" panose="02020603050405020304" pitchFamily="18" charset="0"/>
              </a:rPr>
              <a:t>e</a:t>
            </a:r>
            <a:r>
              <a:rPr sz="900" spc="10" dirty="0">
                <a:latin typeface="Times New Roman" panose="02020603050405020304" pitchFamily="18" charset="0"/>
                <a:cs typeface="Times New Roman" panose="02020603050405020304" pitchFamily="18" charset="0"/>
              </a:rPr>
              <a:t>t</a:t>
            </a:r>
            <a:r>
              <a:rPr sz="900" spc="-35" dirty="0">
                <a:latin typeface="Times New Roman" panose="02020603050405020304" pitchFamily="18" charset="0"/>
                <a:cs typeface="Times New Roman" panose="02020603050405020304" pitchFamily="18" charset="0"/>
              </a:rPr>
              <a:t>r</a:t>
            </a:r>
            <a:r>
              <a:rPr sz="900" spc="-5" dirty="0">
                <a:latin typeface="Times New Roman" panose="02020603050405020304" pitchFamily="18" charset="0"/>
                <a:cs typeface="Times New Roman" panose="02020603050405020304" pitchFamily="18" charset="0"/>
              </a:rPr>
              <a:t>i</a:t>
            </a:r>
            <a:r>
              <a:rPr sz="900" spc="35" dirty="0">
                <a:latin typeface="Times New Roman" panose="02020603050405020304" pitchFamily="18" charset="0"/>
                <a:cs typeface="Times New Roman" panose="02020603050405020304" pitchFamily="18" charset="0"/>
              </a:rPr>
              <a:t>c</a:t>
            </a:r>
            <a:r>
              <a:rPr sz="900" spc="-85" dirty="0">
                <a:latin typeface="Times New Roman" panose="02020603050405020304" pitchFamily="18" charset="0"/>
                <a:cs typeface="Times New Roman" panose="02020603050405020304" pitchFamily="18" charset="0"/>
              </a:rPr>
              <a:t> </a:t>
            </a:r>
            <a:r>
              <a:rPr sz="900" spc="-5" dirty="0">
                <a:latin typeface="Times New Roman" panose="02020603050405020304" pitchFamily="18" charset="0"/>
                <a:cs typeface="Times New Roman" panose="02020603050405020304" pitchFamily="18" charset="0"/>
              </a:rPr>
              <a:t>i</a:t>
            </a:r>
            <a:r>
              <a:rPr sz="900" spc="35" dirty="0">
                <a:latin typeface="Times New Roman" panose="02020603050405020304" pitchFamily="18" charset="0"/>
                <a:cs typeface="Times New Roman" panose="02020603050405020304" pitchFamily="18" charset="0"/>
              </a:rPr>
              <a:t>n</a:t>
            </a:r>
            <a:r>
              <a:rPr sz="900" spc="-25" dirty="0">
                <a:latin typeface="Times New Roman" panose="02020603050405020304" pitchFamily="18" charset="0"/>
                <a:cs typeface="Times New Roman" panose="02020603050405020304" pitchFamily="18" charset="0"/>
              </a:rPr>
              <a:t>f</a:t>
            </a:r>
            <a:r>
              <a:rPr sz="900" spc="15" dirty="0">
                <a:latin typeface="Times New Roman" panose="02020603050405020304" pitchFamily="18" charset="0"/>
                <a:cs typeface="Times New Roman" panose="02020603050405020304" pitchFamily="18" charset="0"/>
              </a:rPr>
              <a:t>o</a:t>
            </a:r>
            <a:r>
              <a:rPr sz="900" spc="-35" dirty="0">
                <a:latin typeface="Times New Roman" panose="02020603050405020304" pitchFamily="18" charset="0"/>
                <a:cs typeface="Times New Roman" panose="02020603050405020304" pitchFamily="18" charset="0"/>
              </a:rPr>
              <a:t>r</a:t>
            </a:r>
            <a:r>
              <a:rPr sz="900" spc="75" dirty="0">
                <a:latin typeface="Times New Roman" panose="02020603050405020304" pitchFamily="18" charset="0"/>
                <a:cs typeface="Times New Roman" panose="02020603050405020304" pitchFamily="18" charset="0"/>
              </a:rPr>
              <a:t>m</a:t>
            </a:r>
            <a:r>
              <a:rPr sz="900" spc="-10" dirty="0">
                <a:latin typeface="Times New Roman" panose="02020603050405020304" pitchFamily="18" charset="0"/>
                <a:cs typeface="Times New Roman" panose="02020603050405020304" pitchFamily="18" charset="0"/>
              </a:rPr>
              <a:t>a</a:t>
            </a:r>
            <a:r>
              <a:rPr sz="900" spc="10" dirty="0">
                <a:latin typeface="Times New Roman" panose="02020603050405020304" pitchFamily="18" charset="0"/>
                <a:cs typeface="Times New Roman" panose="02020603050405020304" pitchFamily="18" charset="0"/>
              </a:rPr>
              <a:t>t</a:t>
            </a:r>
            <a:r>
              <a:rPr sz="900" spc="-5" dirty="0">
                <a:latin typeface="Times New Roman" panose="02020603050405020304" pitchFamily="18" charset="0"/>
                <a:cs typeface="Times New Roman" panose="02020603050405020304" pitchFamily="18" charset="0"/>
              </a:rPr>
              <a:t>i</a:t>
            </a:r>
            <a:r>
              <a:rPr sz="900" spc="15" dirty="0">
                <a:latin typeface="Times New Roman" panose="02020603050405020304" pitchFamily="18" charset="0"/>
                <a:cs typeface="Times New Roman" panose="02020603050405020304" pitchFamily="18" charset="0"/>
              </a:rPr>
              <a:t>o</a:t>
            </a:r>
            <a:r>
              <a:rPr sz="900" spc="35" dirty="0">
                <a:latin typeface="Times New Roman" panose="02020603050405020304" pitchFamily="18" charset="0"/>
                <a:cs typeface="Times New Roman" panose="02020603050405020304" pitchFamily="18" charset="0"/>
              </a:rPr>
              <a:t>n</a:t>
            </a:r>
            <a:r>
              <a:rPr sz="900" spc="-85" dirty="0">
                <a:latin typeface="Times New Roman" panose="02020603050405020304" pitchFamily="18" charset="0"/>
                <a:cs typeface="Times New Roman" panose="02020603050405020304" pitchFamily="18" charset="0"/>
              </a:rPr>
              <a:t> </a:t>
            </a:r>
            <a:r>
              <a:rPr sz="900" spc="-5" dirty="0">
                <a:latin typeface="Times New Roman" panose="02020603050405020304" pitchFamily="18" charset="0"/>
                <a:cs typeface="Times New Roman" panose="02020603050405020304" pitchFamily="18" charset="0"/>
              </a:rPr>
              <a:t>i</a:t>
            </a:r>
            <a:r>
              <a:rPr sz="900" spc="-30" dirty="0">
                <a:latin typeface="Times New Roman" panose="02020603050405020304" pitchFamily="18" charset="0"/>
                <a:cs typeface="Times New Roman" panose="02020603050405020304" pitchFamily="18" charset="0"/>
              </a:rPr>
              <a:t>s</a:t>
            </a:r>
            <a:r>
              <a:rPr sz="900" spc="-85" dirty="0">
                <a:latin typeface="Times New Roman" panose="02020603050405020304" pitchFamily="18" charset="0"/>
                <a:cs typeface="Times New Roman" panose="02020603050405020304" pitchFamily="18" charset="0"/>
              </a:rPr>
              <a:t> </a:t>
            </a:r>
            <a:r>
              <a:rPr sz="900" spc="50" dirty="0">
                <a:latin typeface="Times New Roman" panose="02020603050405020304" pitchFamily="18" charset="0"/>
                <a:cs typeface="Times New Roman" panose="02020603050405020304" pitchFamily="18" charset="0"/>
              </a:rPr>
              <a:t>w</a:t>
            </a:r>
            <a:r>
              <a:rPr sz="900" spc="35" dirty="0">
                <a:latin typeface="Times New Roman" panose="02020603050405020304" pitchFamily="18" charset="0"/>
                <a:cs typeface="Times New Roman" panose="02020603050405020304" pitchFamily="18" charset="0"/>
              </a:rPr>
              <a:t>h</a:t>
            </a:r>
            <a:r>
              <a:rPr sz="900" spc="5" dirty="0">
                <a:latin typeface="Times New Roman" panose="02020603050405020304" pitchFamily="18" charset="0"/>
                <a:cs typeface="Times New Roman" panose="02020603050405020304" pitchFamily="18" charset="0"/>
              </a:rPr>
              <a:t>e</a:t>
            </a:r>
            <a:r>
              <a:rPr sz="900" spc="35" dirty="0">
                <a:latin typeface="Times New Roman" panose="02020603050405020304" pitchFamily="18" charset="0"/>
                <a:cs typeface="Times New Roman" panose="02020603050405020304" pitchFamily="18" charset="0"/>
              </a:rPr>
              <a:t>n</a:t>
            </a:r>
            <a:r>
              <a:rPr sz="900" spc="-85"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o</a:t>
            </a:r>
            <a:r>
              <a:rPr sz="900" spc="35" dirty="0">
                <a:latin typeface="Times New Roman" panose="02020603050405020304" pitchFamily="18" charset="0"/>
                <a:cs typeface="Times New Roman" panose="02020603050405020304" pitchFamily="18" charset="0"/>
              </a:rPr>
              <a:t>n</a:t>
            </a:r>
            <a:r>
              <a:rPr sz="900" spc="5" dirty="0">
                <a:latin typeface="Times New Roman" panose="02020603050405020304" pitchFamily="18" charset="0"/>
                <a:cs typeface="Times New Roman" panose="02020603050405020304" pitchFamily="18" charset="0"/>
              </a:rPr>
              <a:t>e</a:t>
            </a:r>
            <a:r>
              <a:rPr sz="900" spc="-85" dirty="0">
                <a:latin typeface="Times New Roman" panose="02020603050405020304" pitchFamily="18" charset="0"/>
                <a:cs typeface="Times New Roman" panose="02020603050405020304" pitchFamily="18" charset="0"/>
              </a:rPr>
              <a:t> </a:t>
            </a:r>
            <a:r>
              <a:rPr sz="900" spc="40" dirty="0">
                <a:latin typeface="Times New Roman" panose="02020603050405020304" pitchFamily="18" charset="0"/>
                <a:cs typeface="Times New Roman" panose="02020603050405020304" pitchFamily="18" charset="0"/>
              </a:rPr>
              <a:t>p</a:t>
            </a:r>
            <a:r>
              <a:rPr sz="900" spc="-10" dirty="0">
                <a:latin typeface="Times New Roman" panose="02020603050405020304" pitchFamily="18" charset="0"/>
                <a:cs typeface="Times New Roman" panose="02020603050405020304" pitchFamily="18" charset="0"/>
              </a:rPr>
              <a:t>a</a:t>
            </a:r>
            <a:r>
              <a:rPr sz="900" spc="-15" dirty="0">
                <a:latin typeface="Times New Roman" panose="02020603050405020304" pitchFamily="18" charset="0"/>
                <a:cs typeface="Times New Roman" panose="02020603050405020304" pitchFamily="18" charset="0"/>
              </a:rPr>
              <a:t>r</a:t>
            </a:r>
            <a:r>
              <a:rPr sz="900" dirty="0">
                <a:latin typeface="Times New Roman" panose="02020603050405020304" pitchFamily="18" charset="0"/>
                <a:cs typeface="Times New Roman" panose="02020603050405020304" pitchFamily="18" charset="0"/>
              </a:rPr>
              <a:t>t</a:t>
            </a:r>
            <a:r>
              <a:rPr sz="900" spc="-45" dirty="0">
                <a:latin typeface="Times New Roman" panose="02020603050405020304" pitchFamily="18" charset="0"/>
                <a:cs typeface="Times New Roman" panose="02020603050405020304" pitchFamily="18" charset="0"/>
              </a:rPr>
              <a:t>y</a:t>
            </a:r>
            <a:r>
              <a:rPr sz="900" spc="-85" dirty="0">
                <a:latin typeface="Times New Roman" panose="02020603050405020304" pitchFamily="18" charset="0"/>
                <a:cs typeface="Times New Roman" panose="02020603050405020304" pitchFamily="18" charset="0"/>
              </a:rPr>
              <a:t> </a:t>
            </a:r>
            <a:r>
              <a:rPr sz="900" spc="-5" dirty="0">
                <a:latin typeface="Times New Roman" panose="02020603050405020304" pitchFamily="18" charset="0"/>
                <a:cs typeface="Times New Roman" panose="02020603050405020304" pitchFamily="18" charset="0"/>
              </a:rPr>
              <a:t>i</a:t>
            </a:r>
            <a:r>
              <a:rPr sz="900" spc="35" dirty="0">
                <a:latin typeface="Times New Roman" panose="02020603050405020304" pitchFamily="18" charset="0"/>
                <a:cs typeface="Times New Roman" panose="02020603050405020304" pitchFamily="18" charset="0"/>
              </a:rPr>
              <a:t>n</a:t>
            </a:r>
            <a:r>
              <a:rPr sz="900" spc="-85" dirty="0">
                <a:latin typeface="Times New Roman" panose="02020603050405020304" pitchFamily="18" charset="0"/>
                <a:cs typeface="Times New Roman" panose="02020603050405020304" pitchFamily="18" charset="0"/>
              </a:rPr>
              <a:t> </a:t>
            </a:r>
            <a:r>
              <a:rPr sz="900" spc="-10" dirty="0">
                <a:latin typeface="Times New Roman" panose="02020603050405020304" pitchFamily="18" charset="0"/>
                <a:cs typeface="Times New Roman" panose="02020603050405020304" pitchFamily="18" charset="0"/>
              </a:rPr>
              <a:t>a  </a:t>
            </a:r>
            <a:r>
              <a:rPr sz="900" spc="10" dirty="0">
                <a:latin typeface="Times New Roman" panose="02020603050405020304" pitchFamily="18" charset="0"/>
                <a:cs typeface="Times New Roman" panose="02020603050405020304" pitchFamily="18" charset="0"/>
              </a:rPr>
              <a:t>t</a:t>
            </a:r>
            <a:r>
              <a:rPr sz="900" spc="-35" dirty="0">
                <a:latin typeface="Times New Roman" panose="02020603050405020304" pitchFamily="18" charset="0"/>
                <a:cs typeface="Times New Roman" panose="02020603050405020304" pitchFamily="18" charset="0"/>
              </a:rPr>
              <a:t>r</a:t>
            </a:r>
            <a:r>
              <a:rPr sz="900" spc="-10" dirty="0">
                <a:latin typeface="Times New Roman" panose="02020603050405020304" pitchFamily="18" charset="0"/>
                <a:cs typeface="Times New Roman" panose="02020603050405020304" pitchFamily="18" charset="0"/>
              </a:rPr>
              <a:t>a</a:t>
            </a:r>
            <a:r>
              <a:rPr sz="900" spc="35" dirty="0">
                <a:latin typeface="Times New Roman" panose="02020603050405020304" pitchFamily="18" charset="0"/>
                <a:cs typeface="Times New Roman" panose="02020603050405020304" pitchFamily="18" charset="0"/>
              </a:rPr>
              <a:t>n</a:t>
            </a:r>
            <a:r>
              <a:rPr sz="900" spc="-30" dirty="0">
                <a:latin typeface="Times New Roman" panose="02020603050405020304" pitchFamily="18" charset="0"/>
                <a:cs typeface="Times New Roman" panose="02020603050405020304" pitchFamily="18" charset="0"/>
              </a:rPr>
              <a:t>s</a:t>
            </a:r>
            <a:r>
              <a:rPr sz="900" spc="-10" dirty="0">
                <a:latin typeface="Times New Roman" panose="02020603050405020304" pitchFamily="18" charset="0"/>
                <a:cs typeface="Times New Roman" panose="02020603050405020304" pitchFamily="18" charset="0"/>
              </a:rPr>
              <a:t>a</a:t>
            </a:r>
            <a:r>
              <a:rPr sz="900" spc="40" dirty="0">
                <a:latin typeface="Times New Roman" panose="02020603050405020304" pitchFamily="18" charset="0"/>
                <a:cs typeface="Times New Roman" panose="02020603050405020304" pitchFamily="18" charset="0"/>
              </a:rPr>
              <a:t>c</a:t>
            </a:r>
            <a:r>
              <a:rPr sz="900" spc="10" dirty="0">
                <a:latin typeface="Times New Roman" panose="02020603050405020304" pitchFamily="18" charset="0"/>
                <a:cs typeface="Times New Roman" panose="02020603050405020304" pitchFamily="18" charset="0"/>
              </a:rPr>
              <a:t>t</a:t>
            </a:r>
            <a:r>
              <a:rPr sz="900" spc="-5" dirty="0">
                <a:latin typeface="Times New Roman" panose="02020603050405020304" pitchFamily="18" charset="0"/>
                <a:cs typeface="Times New Roman" panose="02020603050405020304" pitchFamily="18" charset="0"/>
              </a:rPr>
              <a:t>i</a:t>
            </a:r>
            <a:r>
              <a:rPr sz="900" spc="15" dirty="0">
                <a:latin typeface="Times New Roman" panose="02020603050405020304" pitchFamily="18" charset="0"/>
                <a:cs typeface="Times New Roman" panose="02020603050405020304" pitchFamily="18" charset="0"/>
              </a:rPr>
              <a:t>o</a:t>
            </a:r>
            <a:r>
              <a:rPr sz="900" spc="35" dirty="0">
                <a:latin typeface="Times New Roman" panose="02020603050405020304" pitchFamily="18" charset="0"/>
                <a:cs typeface="Times New Roman" panose="02020603050405020304" pitchFamily="18" charset="0"/>
              </a:rPr>
              <a:t>n</a:t>
            </a:r>
            <a:r>
              <a:rPr sz="900" spc="-85" dirty="0">
                <a:latin typeface="Times New Roman" panose="02020603050405020304" pitchFamily="18" charset="0"/>
                <a:cs typeface="Times New Roman" panose="02020603050405020304" pitchFamily="18" charset="0"/>
              </a:rPr>
              <a:t> </a:t>
            </a:r>
            <a:r>
              <a:rPr sz="900" spc="35" dirty="0">
                <a:latin typeface="Times New Roman" panose="02020603050405020304" pitchFamily="18" charset="0"/>
                <a:cs typeface="Times New Roman" panose="02020603050405020304" pitchFamily="18" charset="0"/>
              </a:rPr>
              <a:t>h</a:t>
            </a:r>
            <a:r>
              <a:rPr sz="900" spc="-10" dirty="0">
                <a:latin typeface="Times New Roman" panose="02020603050405020304" pitchFamily="18" charset="0"/>
                <a:cs typeface="Times New Roman" panose="02020603050405020304" pitchFamily="18" charset="0"/>
              </a:rPr>
              <a:t>a</a:t>
            </a:r>
            <a:r>
              <a:rPr sz="900" spc="-30" dirty="0">
                <a:latin typeface="Times New Roman" panose="02020603050405020304" pitchFamily="18" charset="0"/>
                <a:cs typeface="Times New Roman" panose="02020603050405020304" pitchFamily="18" charset="0"/>
              </a:rPr>
              <a:t>s</a:t>
            </a:r>
            <a:r>
              <a:rPr sz="900" spc="-85" dirty="0">
                <a:latin typeface="Times New Roman" panose="02020603050405020304" pitchFamily="18" charset="0"/>
                <a:cs typeface="Times New Roman" panose="02020603050405020304" pitchFamily="18" charset="0"/>
              </a:rPr>
              <a:t> </a:t>
            </a:r>
            <a:r>
              <a:rPr sz="900" spc="75" dirty="0">
                <a:latin typeface="Times New Roman" panose="02020603050405020304" pitchFamily="18" charset="0"/>
                <a:cs typeface="Times New Roman" panose="02020603050405020304" pitchFamily="18" charset="0"/>
              </a:rPr>
              <a:t>m</a:t>
            </a:r>
            <a:r>
              <a:rPr sz="900" spc="15" dirty="0">
                <a:latin typeface="Times New Roman" panose="02020603050405020304" pitchFamily="18" charset="0"/>
                <a:cs typeface="Times New Roman" panose="02020603050405020304" pitchFamily="18" charset="0"/>
              </a:rPr>
              <a:t>o</a:t>
            </a:r>
            <a:r>
              <a:rPr sz="900" spc="-40" dirty="0">
                <a:latin typeface="Times New Roman" panose="02020603050405020304" pitchFamily="18" charset="0"/>
                <a:cs typeface="Times New Roman" panose="02020603050405020304" pitchFamily="18" charset="0"/>
              </a:rPr>
              <a:t>r</a:t>
            </a:r>
            <a:r>
              <a:rPr sz="900" spc="5" dirty="0">
                <a:latin typeface="Times New Roman" panose="02020603050405020304" pitchFamily="18" charset="0"/>
                <a:cs typeface="Times New Roman" panose="02020603050405020304" pitchFamily="18" charset="0"/>
              </a:rPr>
              <a:t>e</a:t>
            </a:r>
            <a:r>
              <a:rPr sz="900" spc="-85"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o</a:t>
            </a:r>
            <a:r>
              <a:rPr sz="900" spc="-25" dirty="0">
                <a:latin typeface="Times New Roman" panose="02020603050405020304" pitchFamily="18" charset="0"/>
                <a:cs typeface="Times New Roman" panose="02020603050405020304" pitchFamily="18" charset="0"/>
              </a:rPr>
              <a:t>r</a:t>
            </a:r>
            <a:r>
              <a:rPr sz="900" spc="-85" dirty="0">
                <a:latin typeface="Times New Roman" panose="02020603050405020304" pitchFamily="18" charset="0"/>
                <a:cs typeface="Times New Roman" panose="02020603050405020304" pitchFamily="18" charset="0"/>
              </a:rPr>
              <a:t> </a:t>
            </a:r>
            <a:r>
              <a:rPr sz="900" spc="45" dirty="0">
                <a:latin typeface="Times New Roman" panose="02020603050405020304" pitchFamily="18" charset="0"/>
                <a:cs typeface="Times New Roman" panose="02020603050405020304" pitchFamily="18" charset="0"/>
              </a:rPr>
              <a:t>b</a:t>
            </a:r>
            <a:r>
              <a:rPr sz="900" spc="5" dirty="0">
                <a:latin typeface="Times New Roman" panose="02020603050405020304" pitchFamily="18" charset="0"/>
                <a:cs typeface="Times New Roman" panose="02020603050405020304" pitchFamily="18" charset="0"/>
              </a:rPr>
              <a:t>e</a:t>
            </a:r>
            <a:r>
              <a:rPr sz="900" spc="-5" dirty="0">
                <a:latin typeface="Times New Roman" panose="02020603050405020304" pitchFamily="18" charset="0"/>
                <a:cs typeface="Times New Roman" panose="02020603050405020304" pitchFamily="18" charset="0"/>
              </a:rPr>
              <a:t>t</a:t>
            </a:r>
            <a:r>
              <a:rPr sz="900" spc="-10" dirty="0">
                <a:latin typeface="Times New Roman" panose="02020603050405020304" pitchFamily="18" charset="0"/>
                <a:cs typeface="Times New Roman" panose="02020603050405020304" pitchFamily="18" charset="0"/>
              </a:rPr>
              <a:t>t</a:t>
            </a:r>
            <a:r>
              <a:rPr sz="900" spc="5" dirty="0">
                <a:latin typeface="Times New Roman" panose="02020603050405020304" pitchFamily="18" charset="0"/>
                <a:cs typeface="Times New Roman" panose="02020603050405020304" pitchFamily="18" charset="0"/>
              </a:rPr>
              <a:t>e</a:t>
            </a:r>
            <a:r>
              <a:rPr sz="900" spc="-25" dirty="0">
                <a:latin typeface="Times New Roman" panose="02020603050405020304" pitchFamily="18" charset="0"/>
                <a:cs typeface="Times New Roman" panose="02020603050405020304" pitchFamily="18" charset="0"/>
              </a:rPr>
              <a:t>r</a:t>
            </a:r>
            <a:r>
              <a:rPr sz="900" spc="-85" dirty="0">
                <a:latin typeface="Times New Roman" panose="02020603050405020304" pitchFamily="18" charset="0"/>
                <a:cs typeface="Times New Roman" panose="02020603050405020304" pitchFamily="18" charset="0"/>
              </a:rPr>
              <a:t> </a:t>
            </a:r>
            <a:r>
              <a:rPr sz="900" spc="-5" dirty="0">
                <a:latin typeface="Times New Roman" panose="02020603050405020304" pitchFamily="18" charset="0"/>
                <a:cs typeface="Times New Roman" panose="02020603050405020304" pitchFamily="18" charset="0"/>
              </a:rPr>
              <a:t>i</a:t>
            </a:r>
            <a:r>
              <a:rPr sz="900" spc="35" dirty="0">
                <a:latin typeface="Times New Roman" panose="02020603050405020304" pitchFamily="18" charset="0"/>
                <a:cs typeface="Times New Roman" panose="02020603050405020304" pitchFamily="18" charset="0"/>
              </a:rPr>
              <a:t>n</a:t>
            </a:r>
            <a:r>
              <a:rPr sz="900" spc="-25" dirty="0">
                <a:latin typeface="Times New Roman" panose="02020603050405020304" pitchFamily="18" charset="0"/>
                <a:cs typeface="Times New Roman" panose="02020603050405020304" pitchFamily="18" charset="0"/>
              </a:rPr>
              <a:t>f</a:t>
            </a:r>
            <a:r>
              <a:rPr sz="900" spc="15" dirty="0">
                <a:latin typeface="Times New Roman" panose="02020603050405020304" pitchFamily="18" charset="0"/>
                <a:cs typeface="Times New Roman" panose="02020603050405020304" pitchFamily="18" charset="0"/>
              </a:rPr>
              <a:t>o</a:t>
            </a:r>
            <a:r>
              <a:rPr sz="900" spc="-35" dirty="0">
                <a:latin typeface="Times New Roman" panose="02020603050405020304" pitchFamily="18" charset="0"/>
                <a:cs typeface="Times New Roman" panose="02020603050405020304" pitchFamily="18" charset="0"/>
              </a:rPr>
              <a:t>r</a:t>
            </a:r>
            <a:r>
              <a:rPr sz="900" spc="75" dirty="0">
                <a:latin typeface="Times New Roman" panose="02020603050405020304" pitchFamily="18" charset="0"/>
                <a:cs typeface="Times New Roman" panose="02020603050405020304" pitchFamily="18" charset="0"/>
              </a:rPr>
              <a:t>m</a:t>
            </a:r>
            <a:r>
              <a:rPr sz="900" spc="-10" dirty="0">
                <a:latin typeface="Times New Roman" panose="02020603050405020304" pitchFamily="18" charset="0"/>
                <a:cs typeface="Times New Roman" panose="02020603050405020304" pitchFamily="18" charset="0"/>
              </a:rPr>
              <a:t>a</a:t>
            </a:r>
            <a:r>
              <a:rPr sz="900" spc="10" dirty="0">
                <a:latin typeface="Times New Roman" panose="02020603050405020304" pitchFamily="18" charset="0"/>
                <a:cs typeface="Times New Roman" panose="02020603050405020304" pitchFamily="18" charset="0"/>
              </a:rPr>
              <a:t>t</a:t>
            </a:r>
            <a:r>
              <a:rPr sz="900" spc="-5" dirty="0">
                <a:latin typeface="Times New Roman" panose="02020603050405020304" pitchFamily="18" charset="0"/>
                <a:cs typeface="Times New Roman" panose="02020603050405020304" pitchFamily="18" charset="0"/>
              </a:rPr>
              <a:t>i</a:t>
            </a:r>
            <a:r>
              <a:rPr sz="900" spc="15" dirty="0">
                <a:latin typeface="Times New Roman" panose="02020603050405020304" pitchFamily="18" charset="0"/>
                <a:cs typeface="Times New Roman" panose="02020603050405020304" pitchFamily="18" charset="0"/>
              </a:rPr>
              <a:t>o</a:t>
            </a:r>
            <a:r>
              <a:rPr sz="900" spc="35" dirty="0">
                <a:latin typeface="Times New Roman" panose="02020603050405020304" pitchFamily="18" charset="0"/>
                <a:cs typeface="Times New Roman" panose="02020603050405020304" pitchFamily="18" charset="0"/>
              </a:rPr>
              <a:t>n</a:t>
            </a:r>
            <a:r>
              <a:rPr sz="900" spc="-85" dirty="0">
                <a:latin typeface="Times New Roman" panose="02020603050405020304" pitchFamily="18" charset="0"/>
                <a:cs typeface="Times New Roman" panose="02020603050405020304" pitchFamily="18" charset="0"/>
              </a:rPr>
              <a:t> </a:t>
            </a:r>
            <a:r>
              <a:rPr sz="900" spc="10" dirty="0">
                <a:latin typeface="Times New Roman" panose="02020603050405020304" pitchFamily="18" charset="0"/>
                <a:cs typeface="Times New Roman" panose="02020603050405020304" pitchFamily="18" charset="0"/>
              </a:rPr>
              <a:t>t</a:t>
            </a:r>
            <a:r>
              <a:rPr sz="900" spc="35" dirty="0">
                <a:latin typeface="Times New Roman" panose="02020603050405020304" pitchFamily="18" charset="0"/>
                <a:cs typeface="Times New Roman" panose="02020603050405020304" pitchFamily="18" charset="0"/>
              </a:rPr>
              <a:t>h</a:t>
            </a:r>
            <a:r>
              <a:rPr sz="900" spc="-10" dirty="0">
                <a:latin typeface="Times New Roman" panose="02020603050405020304" pitchFamily="18" charset="0"/>
                <a:cs typeface="Times New Roman" panose="02020603050405020304" pitchFamily="18" charset="0"/>
              </a:rPr>
              <a:t>a</a:t>
            </a:r>
            <a:r>
              <a:rPr sz="900" spc="25" dirty="0">
                <a:latin typeface="Times New Roman" panose="02020603050405020304" pitchFamily="18" charset="0"/>
                <a:cs typeface="Times New Roman" panose="02020603050405020304" pitchFamily="18" charset="0"/>
              </a:rPr>
              <a:t>n  </a:t>
            </a:r>
            <a:r>
              <a:rPr sz="900" spc="10" dirty="0">
                <a:latin typeface="Times New Roman" panose="02020603050405020304" pitchFamily="18" charset="0"/>
                <a:cs typeface="Times New Roman" panose="02020603050405020304" pitchFamily="18" charset="0"/>
              </a:rPr>
              <a:t>t</a:t>
            </a:r>
            <a:r>
              <a:rPr sz="900" spc="35" dirty="0">
                <a:latin typeface="Times New Roman" panose="02020603050405020304" pitchFamily="18" charset="0"/>
                <a:cs typeface="Times New Roman" panose="02020603050405020304" pitchFamily="18" charset="0"/>
              </a:rPr>
              <a:t>h</a:t>
            </a:r>
            <a:r>
              <a:rPr sz="900" spc="5" dirty="0">
                <a:latin typeface="Times New Roman" panose="02020603050405020304" pitchFamily="18" charset="0"/>
                <a:cs typeface="Times New Roman" panose="02020603050405020304" pitchFamily="18" charset="0"/>
              </a:rPr>
              <a:t>e</a:t>
            </a:r>
            <a:r>
              <a:rPr sz="900" spc="-85"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o</a:t>
            </a:r>
            <a:r>
              <a:rPr sz="900" spc="10" dirty="0">
                <a:latin typeface="Times New Roman" panose="02020603050405020304" pitchFamily="18" charset="0"/>
                <a:cs typeface="Times New Roman" panose="02020603050405020304" pitchFamily="18" charset="0"/>
              </a:rPr>
              <a:t>t</a:t>
            </a:r>
            <a:r>
              <a:rPr sz="900" spc="35" dirty="0">
                <a:latin typeface="Times New Roman" panose="02020603050405020304" pitchFamily="18" charset="0"/>
                <a:cs typeface="Times New Roman" panose="02020603050405020304" pitchFamily="18" charset="0"/>
              </a:rPr>
              <a:t>h</a:t>
            </a:r>
            <a:r>
              <a:rPr sz="900" spc="5" dirty="0">
                <a:latin typeface="Times New Roman" panose="02020603050405020304" pitchFamily="18" charset="0"/>
                <a:cs typeface="Times New Roman" panose="02020603050405020304" pitchFamily="18" charset="0"/>
              </a:rPr>
              <a:t>e</a:t>
            </a:r>
            <a:r>
              <a:rPr sz="900" spc="-35" dirty="0">
                <a:latin typeface="Times New Roman" panose="02020603050405020304" pitchFamily="18" charset="0"/>
                <a:cs typeface="Times New Roman" panose="02020603050405020304" pitchFamily="18" charset="0"/>
              </a:rPr>
              <a:t>r</a:t>
            </a:r>
            <a:r>
              <a:rPr sz="900" spc="-140" dirty="0">
                <a:latin typeface="Times New Roman" panose="02020603050405020304" pitchFamily="18" charset="0"/>
                <a:cs typeface="Times New Roman" panose="02020603050405020304" pitchFamily="18" charset="0"/>
              </a:rPr>
              <a:t>.</a:t>
            </a:r>
            <a:r>
              <a:rPr sz="900" spc="-85" dirty="0">
                <a:latin typeface="Times New Roman" panose="02020603050405020304" pitchFamily="18" charset="0"/>
                <a:cs typeface="Times New Roman" panose="02020603050405020304" pitchFamily="18" charset="0"/>
              </a:rPr>
              <a:t> </a:t>
            </a:r>
            <a:r>
              <a:rPr sz="900" spc="-40" dirty="0">
                <a:latin typeface="Times New Roman" panose="02020603050405020304" pitchFamily="18" charset="0"/>
                <a:cs typeface="Times New Roman" panose="02020603050405020304" pitchFamily="18" charset="0"/>
              </a:rPr>
              <a:t>T</a:t>
            </a:r>
            <a:r>
              <a:rPr sz="900" spc="35" dirty="0">
                <a:latin typeface="Times New Roman" panose="02020603050405020304" pitchFamily="18" charset="0"/>
                <a:cs typeface="Times New Roman" panose="02020603050405020304" pitchFamily="18" charset="0"/>
              </a:rPr>
              <a:t>h</a:t>
            </a:r>
            <a:r>
              <a:rPr sz="900" spc="-5" dirty="0">
                <a:latin typeface="Times New Roman" panose="02020603050405020304" pitchFamily="18" charset="0"/>
                <a:cs typeface="Times New Roman" panose="02020603050405020304" pitchFamily="18" charset="0"/>
              </a:rPr>
              <a:t>i</a:t>
            </a:r>
            <a:r>
              <a:rPr sz="900" spc="-30" dirty="0">
                <a:latin typeface="Times New Roman" panose="02020603050405020304" pitchFamily="18" charset="0"/>
                <a:cs typeface="Times New Roman" panose="02020603050405020304" pitchFamily="18" charset="0"/>
              </a:rPr>
              <a:t>s</a:t>
            </a:r>
            <a:r>
              <a:rPr sz="900" spc="-85" dirty="0">
                <a:latin typeface="Times New Roman" panose="02020603050405020304" pitchFamily="18" charset="0"/>
                <a:cs typeface="Times New Roman" panose="02020603050405020304" pitchFamily="18" charset="0"/>
              </a:rPr>
              <a:t> </a:t>
            </a:r>
            <a:r>
              <a:rPr sz="900" spc="35" dirty="0">
                <a:latin typeface="Times New Roman" panose="02020603050405020304" pitchFamily="18" charset="0"/>
                <a:cs typeface="Times New Roman" panose="02020603050405020304" pitchFamily="18" charset="0"/>
              </a:rPr>
              <a:t>c</a:t>
            </a:r>
            <a:r>
              <a:rPr sz="900" spc="-10" dirty="0">
                <a:latin typeface="Times New Roman" panose="02020603050405020304" pitchFamily="18" charset="0"/>
                <a:cs typeface="Times New Roman" panose="02020603050405020304" pitchFamily="18" charset="0"/>
              </a:rPr>
              <a:t>a</a:t>
            </a:r>
            <a:r>
              <a:rPr sz="900" spc="35" dirty="0">
                <a:latin typeface="Times New Roman" panose="02020603050405020304" pitchFamily="18" charset="0"/>
                <a:cs typeface="Times New Roman" panose="02020603050405020304" pitchFamily="18" charset="0"/>
              </a:rPr>
              <a:t>n</a:t>
            </a:r>
            <a:r>
              <a:rPr sz="900" spc="-85" dirty="0">
                <a:latin typeface="Times New Roman" panose="02020603050405020304" pitchFamily="18" charset="0"/>
                <a:cs typeface="Times New Roman" panose="02020603050405020304" pitchFamily="18" charset="0"/>
              </a:rPr>
              <a:t> </a:t>
            </a:r>
            <a:r>
              <a:rPr sz="900" spc="-5" dirty="0">
                <a:latin typeface="Times New Roman" panose="02020603050405020304" pitchFamily="18" charset="0"/>
                <a:cs typeface="Times New Roman" panose="02020603050405020304" pitchFamily="18" charset="0"/>
              </a:rPr>
              <a:t>l</a:t>
            </a:r>
            <a:r>
              <a:rPr sz="900" spc="-10" dirty="0">
                <a:latin typeface="Times New Roman" panose="02020603050405020304" pitchFamily="18" charset="0"/>
                <a:cs typeface="Times New Roman" panose="02020603050405020304" pitchFamily="18" charset="0"/>
              </a:rPr>
              <a:t>ea</a:t>
            </a:r>
            <a:r>
              <a:rPr sz="900" spc="45" dirty="0">
                <a:latin typeface="Times New Roman" panose="02020603050405020304" pitchFamily="18" charset="0"/>
                <a:cs typeface="Times New Roman" panose="02020603050405020304" pitchFamily="18" charset="0"/>
              </a:rPr>
              <a:t>d</a:t>
            </a:r>
            <a:r>
              <a:rPr sz="900" spc="-85" dirty="0">
                <a:latin typeface="Times New Roman" panose="02020603050405020304" pitchFamily="18" charset="0"/>
                <a:cs typeface="Times New Roman" panose="02020603050405020304" pitchFamily="18" charset="0"/>
              </a:rPr>
              <a:t> </a:t>
            </a:r>
            <a:r>
              <a:rPr sz="900" spc="-10" dirty="0">
                <a:latin typeface="Times New Roman" panose="02020603050405020304" pitchFamily="18" charset="0"/>
                <a:cs typeface="Times New Roman" panose="02020603050405020304" pitchFamily="18" charset="0"/>
              </a:rPr>
              <a:t>t</a:t>
            </a:r>
            <a:r>
              <a:rPr sz="900" spc="15" dirty="0">
                <a:latin typeface="Times New Roman" panose="02020603050405020304" pitchFamily="18" charset="0"/>
                <a:cs typeface="Times New Roman" panose="02020603050405020304" pitchFamily="18" charset="0"/>
              </a:rPr>
              <a:t>o</a:t>
            </a:r>
            <a:r>
              <a:rPr sz="900" spc="-85" dirty="0">
                <a:latin typeface="Times New Roman" panose="02020603050405020304" pitchFamily="18" charset="0"/>
                <a:cs typeface="Times New Roman" panose="02020603050405020304" pitchFamily="18" charset="0"/>
              </a:rPr>
              <a:t> </a:t>
            </a:r>
            <a:r>
              <a:rPr sz="900" spc="35" dirty="0">
                <a:latin typeface="Times New Roman" panose="02020603050405020304" pitchFamily="18" charset="0"/>
                <a:cs typeface="Times New Roman" panose="02020603050405020304" pitchFamily="18" charset="0"/>
              </a:rPr>
              <a:t>un</a:t>
            </a:r>
            <a:r>
              <a:rPr sz="900" spc="-5" dirty="0">
                <a:latin typeface="Times New Roman" panose="02020603050405020304" pitchFamily="18" charset="0"/>
                <a:cs typeface="Times New Roman" panose="02020603050405020304" pitchFamily="18" charset="0"/>
              </a:rPr>
              <a:t>i</a:t>
            </a:r>
            <a:r>
              <a:rPr sz="900" spc="35" dirty="0">
                <a:latin typeface="Times New Roman" panose="02020603050405020304" pitchFamily="18" charset="0"/>
                <a:cs typeface="Times New Roman" panose="02020603050405020304" pitchFamily="18" charset="0"/>
              </a:rPr>
              <a:t>n</a:t>
            </a:r>
            <a:r>
              <a:rPr sz="900" spc="-10" dirty="0">
                <a:latin typeface="Times New Roman" panose="02020603050405020304" pitchFamily="18" charset="0"/>
                <a:cs typeface="Times New Roman" panose="02020603050405020304" pitchFamily="18" charset="0"/>
              </a:rPr>
              <a:t>t</a:t>
            </a:r>
            <a:r>
              <a:rPr sz="900" spc="5" dirty="0">
                <a:latin typeface="Times New Roman" panose="02020603050405020304" pitchFamily="18" charset="0"/>
                <a:cs typeface="Times New Roman" panose="02020603050405020304" pitchFamily="18" charset="0"/>
              </a:rPr>
              <a:t>e</a:t>
            </a:r>
            <a:r>
              <a:rPr sz="900" spc="35" dirty="0">
                <a:latin typeface="Times New Roman" panose="02020603050405020304" pitchFamily="18" charset="0"/>
                <a:cs typeface="Times New Roman" panose="02020603050405020304" pitchFamily="18" charset="0"/>
              </a:rPr>
              <a:t>n</a:t>
            </a:r>
            <a:r>
              <a:rPr sz="900" spc="45" dirty="0">
                <a:latin typeface="Times New Roman" panose="02020603050405020304" pitchFamily="18" charset="0"/>
                <a:cs typeface="Times New Roman" panose="02020603050405020304" pitchFamily="18" charset="0"/>
              </a:rPr>
              <a:t>d</a:t>
            </a:r>
            <a:r>
              <a:rPr sz="900" spc="5" dirty="0">
                <a:latin typeface="Times New Roman" panose="02020603050405020304" pitchFamily="18" charset="0"/>
                <a:cs typeface="Times New Roman" panose="02020603050405020304" pitchFamily="18" charset="0"/>
              </a:rPr>
              <a:t>e</a:t>
            </a:r>
            <a:r>
              <a:rPr sz="900" spc="35" dirty="0">
                <a:latin typeface="Times New Roman" panose="02020603050405020304" pitchFamily="18" charset="0"/>
                <a:cs typeface="Times New Roman" panose="02020603050405020304" pitchFamily="18" charset="0"/>
              </a:rPr>
              <a:t>d  </a:t>
            </a:r>
            <a:r>
              <a:rPr sz="900" spc="15" dirty="0">
                <a:latin typeface="Times New Roman" panose="02020603050405020304" pitchFamily="18" charset="0"/>
                <a:cs typeface="Times New Roman" panose="02020603050405020304" pitchFamily="18" charset="0"/>
              </a:rPr>
              <a:t>consequences</a:t>
            </a:r>
            <a:r>
              <a:rPr sz="900" spc="-85"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such</a:t>
            </a:r>
            <a:r>
              <a:rPr sz="900" spc="-85" dirty="0">
                <a:latin typeface="Times New Roman" panose="02020603050405020304" pitchFamily="18" charset="0"/>
                <a:cs typeface="Times New Roman" panose="02020603050405020304" pitchFamily="18" charset="0"/>
              </a:rPr>
              <a:t> </a:t>
            </a:r>
            <a:r>
              <a:rPr sz="900" spc="-20" dirty="0">
                <a:latin typeface="Times New Roman" panose="02020603050405020304" pitchFamily="18" charset="0"/>
                <a:cs typeface="Times New Roman" panose="02020603050405020304" pitchFamily="18" charset="0"/>
              </a:rPr>
              <a:t>as</a:t>
            </a:r>
            <a:r>
              <a:rPr sz="900" spc="-80"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the</a:t>
            </a:r>
            <a:r>
              <a:rPr sz="900" spc="-85"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lemons</a:t>
            </a:r>
            <a:r>
              <a:rPr sz="900" spc="-85" dirty="0">
                <a:latin typeface="Times New Roman" panose="02020603050405020304" pitchFamily="18" charset="0"/>
                <a:cs typeface="Times New Roman" panose="02020603050405020304" pitchFamily="18" charset="0"/>
              </a:rPr>
              <a:t> </a:t>
            </a:r>
            <a:r>
              <a:rPr sz="900" spc="20" dirty="0">
                <a:latin typeface="Times New Roman" panose="02020603050405020304" pitchFamily="18" charset="0"/>
                <a:cs typeface="Times New Roman" panose="02020603050405020304" pitchFamily="18" charset="0"/>
              </a:rPr>
              <a:t>problem</a:t>
            </a:r>
            <a:r>
              <a:rPr sz="900" spc="-80"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in</a:t>
            </a:r>
            <a:r>
              <a:rPr sz="900" spc="-85" dirty="0">
                <a:latin typeface="Times New Roman" panose="02020603050405020304" pitchFamily="18" charset="0"/>
                <a:cs typeface="Times New Roman" panose="02020603050405020304" pitchFamily="18" charset="0"/>
              </a:rPr>
              <a:t> </a:t>
            </a:r>
            <a:r>
              <a:rPr sz="900" spc="15" dirty="0">
                <a:latin typeface="Times New Roman" panose="02020603050405020304" pitchFamily="18" charset="0"/>
                <a:cs typeface="Times New Roman" panose="02020603050405020304" pitchFamily="18" charset="0"/>
              </a:rPr>
              <a:t>the </a:t>
            </a:r>
            <a:r>
              <a:rPr sz="900" spc="-300" dirty="0">
                <a:latin typeface="Times New Roman" panose="02020603050405020304" pitchFamily="18" charset="0"/>
                <a:cs typeface="Times New Roman" panose="02020603050405020304" pitchFamily="18" charset="0"/>
              </a:rPr>
              <a:t> </a:t>
            </a:r>
            <a:r>
              <a:rPr sz="900" spc="35" dirty="0">
                <a:latin typeface="Times New Roman" panose="02020603050405020304" pitchFamily="18" charset="0"/>
                <a:cs typeface="Times New Roman" panose="02020603050405020304" pitchFamily="18" charset="0"/>
              </a:rPr>
              <a:t>u</a:t>
            </a:r>
            <a:r>
              <a:rPr sz="900" spc="-30" dirty="0">
                <a:latin typeface="Times New Roman" panose="02020603050405020304" pitchFamily="18" charset="0"/>
                <a:cs typeface="Times New Roman" panose="02020603050405020304" pitchFamily="18" charset="0"/>
              </a:rPr>
              <a:t>s</a:t>
            </a:r>
            <a:r>
              <a:rPr sz="900" spc="5" dirty="0">
                <a:latin typeface="Times New Roman" panose="02020603050405020304" pitchFamily="18" charset="0"/>
                <a:cs typeface="Times New Roman" panose="02020603050405020304" pitchFamily="18" charset="0"/>
              </a:rPr>
              <a:t>e</a:t>
            </a:r>
            <a:r>
              <a:rPr sz="900" spc="45" dirty="0">
                <a:latin typeface="Times New Roman" panose="02020603050405020304" pitchFamily="18" charset="0"/>
                <a:cs typeface="Times New Roman" panose="02020603050405020304" pitchFamily="18" charset="0"/>
              </a:rPr>
              <a:t>d</a:t>
            </a:r>
            <a:r>
              <a:rPr sz="900" spc="-85" dirty="0">
                <a:latin typeface="Times New Roman" panose="02020603050405020304" pitchFamily="18" charset="0"/>
                <a:cs typeface="Times New Roman" panose="02020603050405020304" pitchFamily="18" charset="0"/>
              </a:rPr>
              <a:t> </a:t>
            </a:r>
            <a:r>
              <a:rPr sz="900" spc="35" dirty="0">
                <a:latin typeface="Times New Roman" panose="02020603050405020304" pitchFamily="18" charset="0"/>
                <a:cs typeface="Times New Roman" panose="02020603050405020304" pitchFamily="18" charset="0"/>
              </a:rPr>
              <a:t>c</a:t>
            </a:r>
            <a:r>
              <a:rPr sz="900" spc="-10" dirty="0">
                <a:latin typeface="Times New Roman" panose="02020603050405020304" pitchFamily="18" charset="0"/>
                <a:cs typeface="Times New Roman" panose="02020603050405020304" pitchFamily="18" charset="0"/>
              </a:rPr>
              <a:t>a</a:t>
            </a:r>
            <a:r>
              <a:rPr sz="900" spc="-25" dirty="0">
                <a:latin typeface="Times New Roman" panose="02020603050405020304" pitchFamily="18" charset="0"/>
                <a:cs typeface="Times New Roman" panose="02020603050405020304" pitchFamily="18" charset="0"/>
              </a:rPr>
              <a:t>r</a:t>
            </a:r>
            <a:r>
              <a:rPr sz="900" spc="-85" dirty="0">
                <a:latin typeface="Times New Roman" panose="02020603050405020304" pitchFamily="18" charset="0"/>
                <a:cs typeface="Times New Roman" panose="02020603050405020304" pitchFamily="18" charset="0"/>
              </a:rPr>
              <a:t> </a:t>
            </a:r>
            <a:r>
              <a:rPr sz="900" spc="75" dirty="0">
                <a:latin typeface="Times New Roman" panose="02020603050405020304" pitchFamily="18" charset="0"/>
                <a:cs typeface="Times New Roman" panose="02020603050405020304" pitchFamily="18" charset="0"/>
              </a:rPr>
              <a:t>m</a:t>
            </a:r>
            <a:r>
              <a:rPr sz="900" spc="-10" dirty="0">
                <a:latin typeface="Times New Roman" panose="02020603050405020304" pitchFamily="18" charset="0"/>
                <a:cs typeface="Times New Roman" panose="02020603050405020304" pitchFamily="18" charset="0"/>
              </a:rPr>
              <a:t>a</a:t>
            </a:r>
            <a:r>
              <a:rPr sz="900" spc="-35" dirty="0">
                <a:latin typeface="Times New Roman" panose="02020603050405020304" pitchFamily="18" charset="0"/>
                <a:cs typeface="Times New Roman" panose="02020603050405020304" pitchFamily="18" charset="0"/>
              </a:rPr>
              <a:t>r</a:t>
            </a:r>
            <a:r>
              <a:rPr sz="900" spc="-15" dirty="0">
                <a:latin typeface="Times New Roman" panose="02020603050405020304" pitchFamily="18" charset="0"/>
                <a:cs typeface="Times New Roman" panose="02020603050405020304" pitchFamily="18" charset="0"/>
              </a:rPr>
              <a:t>k</a:t>
            </a:r>
            <a:r>
              <a:rPr sz="900" spc="5" dirty="0">
                <a:latin typeface="Times New Roman" panose="02020603050405020304" pitchFamily="18" charset="0"/>
                <a:cs typeface="Times New Roman" panose="02020603050405020304" pitchFamily="18" charset="0"/>
              </a:rPr>
              <a:t>e</a:t>
            </a:r>
            <a:r>
              <a:rPr sz="900" spc="15" dirty="0">
                <a:latin typeface="Times New Roman" panose="02020603050405020304" pitchFamily="18" charset="0"/>
                <a:cs typeface="Times New Roman" panose="02020603050405020304" pitchFamily="18" charset="0"/>
              </a:rPr>
              <a:t>t</a:t>
            </a:r>
            <a:r>
              <a:rPr sz="900" spc="-140" dirty="0">
                <a:latin typeface="Times New Roman" panose="02020603050405020304" pitchFamily="18" charset="0"/>
                <a:cs typeface="Times New Roman" panose="02020603050405020304" pitchFamily="18" charset="0"/>
              </a:rPr>
              <a:t>.</a:t>
            </a:r>
            <a:endParaRPr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DC35-EAC7-F1CA-DEB2-B83A7C012102}"/>
              </a:ext>
            </a:extLst>
          </p:cNvPr>
          <p:cNvSpPr>
            <a:spLocks noGrp="1"/>
          </p:cNvSpPr>
          <p:nvPr>
            <p:ph type="title"/>
          </p:nvPr>
        </p:nvSpPr>
        <p:spPr>
          <a:xfrm>
            <a:off x="488950" y="120650"/>
            <a:ext cx="5002288" cy="369332"/>
          </a:xfrm>
          <a:solidFill>
            <a:schemeClr val="tx1"/>
          </a:solidFill>
        </p:spPr>
        <p:txBody>
          <a:bodyPr/>
          <a:lstStyle/>
          <a:p>
            <a:r>
              <a:rPr lang="en-IN" sz="2400" i="1" dirty="0">
                <a:latin typeface="Sitka Heading Semibold" pitchFamily="2" charset="0"/>
              </a:rPr>
              <a:t>The Dirty Little Secret Of Finance</a:t>
            </a:r>
          </a:p>
        </p:txBody>
      </p:sp>
      <p:pic>
        <p:nvPicPr>
          <p:cNvPr id="12" name="Picture 11">
            <a:extLst>
              <a:ext uri="{FF2B5EF4-FFF2-40B4-BE49-F238E27FC236}">
                <a16:creationId xmlns:a16="http://schemas.microsoft.com/office/drawing/2014/main" id="{0201B228-372B-9430-3DAF-B0EBB227BF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58" r="4548"/>
          <a:stretch/>
        </p:blipFill>
        <p:spPr>
          <a:xfrm>
            <a:off x="0" y="566251"/>
            <a:ext cx="2622550" cy="1233520"/>
          </a:xfrm>
          <a:prstGeom prst="rect">
            <a:avLst/>
          </a:prstGeom>
        </p:spPr>
      </p:pic>
      <p:sp>
        <p:nvSpPr>
          <p:cNvPr id="8" name="TextBox 7">
            <a:extLst>
              <a:ext uri="{FF2B5EF4-FFF2-40B4-BE49-F238E27FC236}">
                <a16:creationId xmlns:a16="http://schemas.microsoft.com/office/drawing/2014/main" id="{C6394667-0F6B-D2B8-AC84-530C71EF85CE}"/>
              </a:ext>
            </a:extLst>
          </p:cNvPr>
          <p:cNvSpPr txBox="1"/>
          <p:nvPr/>
        </p:nvSpPr>
        <p:spPr>
          <a:xfrm>
            <a:off x="48764" y="1803138"/>
            <a:ext cx="2398252" cy="1446550"/>
          </a:xfrm>
          <a:prstGeom prst="rect">
            <a:avLst/>
          </a:prstGeom>
          <a:noFill/>
        </p:spPr>
        <p:txBody>
          <a:bodyPr wrap="square" rtlCol="0">
            <a:spAutoFit/>
          </a:bodyPr>
          <a:lstStyle/>
          <a:p>
            <a:pPr algn="just"/>
            <a:r>
              <a:rPr lang="en-US" sz="1100" dirty="0">
                <a:solidFill>
                  <a:schemeClr val="bg1"/>
                </a:solidFill>
                <a:latin typeface="Times New Roman" panose="02020603050405020304" pitchFamily="18" charset="0"/>
                <a:cs typeface="Times New Roman" panose="02020603050405020304" pitchFamily="18" charset="0"/>
              </a:rPr>
              <a:t>There’s a very deep, important concept in economics that gets way too little attention from the public. The concept has been around for decades, and research about it has won Nobel prizes, but neither the profession nor the public has ever put it at the center.</a:t>
            </a:r>
          </a:p>
          <a:p>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8443737-E982-8142-51BA-F7E1CC722EFA}"/>
              </a:ext>
            </a:extLst>
          </p:cNvPr>
          <p:cNvSpPr txBox="1"/>
          <p:nvPr/>
        </p:nvSpPr>
        <p:spPr>
          <a:xfrm>
            <a:off x="2622550" y="498182"/>
            <a:ext cx="3232150" cy="2292935"/>
          </a:xfrm>
          <a:prstGeom prst="rect">
            <a:avLst/>
          </a:prstGeom>
          <a:noFill/>
        </p:spPr>
        <p:txBody>
          <a:bodyPr wrap="square" rtlCol="0">
            <a:spAutoFit/>
          </a:bodyPr>
          <a:lstStyle/>
          <a:p>
            <a:pPr algn="just"/>
            <a:r>
              <a:rPr lang="en-US" sz="1100" dirty="0">
                <a:solidFill>
                  <a:schemeClr val="bg1"/>
                </a:solidFill>
                <a:latin typeface="Times New Roman" panose="02020603050405020304" pitchFamily="18" charset="0"/>
                <a:cs typeface="Times New Roman" panose="02020603050405020304" pitchFamily="18" charset="0"/>
              </a:rPr>
              <a:t>Why is asymmetric information so crucial to an understanding of financial markets? It’s probably related to the reason people want financial assets in the first place. People want cars and bananas and microwave ovens because those things are immediately useful. But most people who buy and sell financial assets have no intrinsic desire for the asset itself -- they only care about how its value to other people will change in the future. That means that while information is important for many products, when it comes to financial markets, information is the product.</a:t>
            </a:r>
            <a:endParaRPr lang="en-IN" sz="1100" dirty="0">
              <a:solidFill>
                <a:schemeClr val="bg1"/>
              </a:solidFill>
              <a:latin typeface="Times New Roman" panose="02020603050405020304" pitchFamily="18" charset="0"/>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463046"/>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A0D9A54-FD7F-0A90-FF96-E2BDBB678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1147" y="577850"/>
            <a:ext cx="2854798" cy="2854798"/>
          </a:xfrm>
          <a:prstGeom prst="rect">
            <a:avLst/>
          </a:prstGeom>
        </p:spPr>
      </p:pic>
      <p:pic>
        <p:nvPicPr>
          <p:cNvPr id="2" name="object 2"/>
          <p:cNvPicPr/>
          <p:nvPr/>
        </p:nvPicPr>
        <p:blipFill>
          <a:blip r:embed="rId3" cstate="print"/>
          <a:stretch>
            <a:fillRect/>
          </a:stretch>
        </p:blipFill>
        <p:spPr>
          <a:xfrm>
            <a:off x="0" y="0"/>
            <a:ext cx="2602701" cy="3280156"/>
          </a:xfrm>
          <a:prstGeom prst="rect">
            <a:avLst/>
          </a:prstGeom>
        </p:spPr>
      </p:pic>
      <p:sp>
        <p:nvSpPr>
          <p:cNvPr id="3" name="object 3"/>
          <p:cNvSpPr txBox="1">
            <a:spLocks noGrp="1"/>
          </p:cNvSpPr>
          <p:nvPr>
            <p:ph type="title"/>
          </p:nvPr>
        </p:nvSpPr>
        <p:spPr>
          <a:xfrm>
            <a:off x="2774950" y="167640"/>
            <a:ext cx="2774950" cy="562610"/>
          </a:xfrm>
          <a:prstGeom prst="rect">
            <a:avLst/>
          </a:prstGeom>
          <a:solidFill>
            <a:srgbClr val="000000"/>
          </a:solidFill>
        </p:spPr>
        <p:txBody>
          <a:bodyPr vert="horz" wrap="square" lIns="0" tIns="138430" rIns="0" bIns="0" rtlCol="0">
            <a:spAutoFit/>
          </a:bodyPr>
          <a:lstStyle/>
          <a:p>
            <a:pPr marL="300990">
              <a:lnSpc>
                <a:spcPct val="100000"/>
              </a:lnSpc>
              <a:spcBef>
                <a:spcPts val="1090"/>
              </a:spcBef>
            </a:pPr>
            <a:r>
              <a:rPr sz="1700" spc="10" dirty="0">
                <a:latin typeface="Palatino Linotype"/>
                <a:cs typeface="Palatino Linotype"/>
              </a:rPr>
              <a:t>The</a:t>
            </a:r>
            <a:r>
              <a:rPr sz="1700" spc="-45" dirty="0">
                <a:latin typeface="Palatino Linotype"/>
                <a:cs typeface="Palatino Linotype"/>
              </a:rPr>
              <a:t> </a:t>
            </a:r>
            <a:r>
              <a:rPr sz="1700" spc="25" dirty="0">
                <a:latin typeface="Palatino Linotype"/>
                <a:cs typeface="Palatino Linotype"/>
              </a:rPr>
              <a:t>Lemons</a:t>
            </a:r>
            <a:r>
              <a:rPr sz="1700" spc="-45" dirty="0">
                <a:latin typeface="Palatino Linotype"/>
                <a:cs typeface="Palatino Linotype"/>
              </a:rPr>
              <a:t> </a:t>
            </a:r>
            <a:r>
              <a:rPr sz="1700" spc="25" dirty="0">
                <a:latin typeface="Palatino Linotype"/>
                <a:cs typeface="Palatino Linotype"/>
              </a:rPr>
              <a:t>Problem</a:t>
            </a:r>
            <a:endParaRPr sz="1700" dirty="0">
              <a:latin typeface="Palatino Linotype"/>
              <a:cs typeface="Palatino Linotype"/>
            </a:endParaRPr>
          </a:p>
        </p:txBody>
      </p:sp>
      <p:sp>
        <p:nvSpPr>
          <p:cNvPr id="4" name="object 4"/>
          <p:cNvSpPr txBox="1"/>
          <p:nvPr/>
        </p:nvSpPr>
        <p:spPr>
          <a:xfrm>
            <a:off x="2668905" y="911860"/>
            <a:ext cx="2987040" cy="1930528"/>
          </a:xfrm>
          <a:prstGeom prst="rect">
            <a:avLst/>
          </a:prstGeom>
        </p:spPr>
        <p:txBody>
          <a:bodyPr vert="horz" wrap="square" lIns="0" tIns="15240" rIns="0" bIns="0" rtlCol="0">
            <a:spAutoFit/>
          </a:bodyPr>
          <a:lstStyle/>
          <a:p>
            <a:pPr marL="12700" marR="5080" algn="ctr">
              <a:lnSpc>
                <a:spcPct val="116399"/>
              </a:lnSpc>
              <a:spcBef>
                <a:spcPts val="120"/>
              </a:spcBef>
            </a:pPr>
            <a:r>
              <a:rPr lang="en-US" sz="900" b="0" i="0" dirty="0">
                <a:effectLst/>
                <a:latin typeface="Times New Roman" panose="02020603050405020304" pitchFamily="18" charset="0"/>
                <a:cs typeface="Times New Roman" panose="02020603050405020304" pitchFamily="18" charset="0"/>
              </a:rPr>
              <a:t>The Lemons Problem is a phenomenon found in used car markets wherein asymmetric information between buyers and sellers causes an adverse selection issue. Because the buyer has limited information on the vehicle's quality, they may be unable to assess its true value, leading them to suspect they may end up with a low-quality "lemon." This uncertainty forces sellers to lower prices on their vehicles, resulting in only low-quality cars being sold while high-quality vehicles remain unsold. Government legislation and warranties have been proposed as potential solutions to the problem of The Lemons Problem. Inspection laws would increase transparency in the market and enable buyers to more accurately assess a vehicle's condition. </a:t>
            </a:r>
            <a:endParaRPr sz="9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20D04E8-B58A-1A6B-96E3-1D45C2DF399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2524" b="4428"/>
          <a:stretch/>
        </p:blipFill>
        <p:spPr>
          <a:xfrm>
            <a:off x="3536950" y="1873250"/>
            <a:ext cx="2186825" cy="1429124"/>
          </a:xfrm>
          <a:prstGeom prst="rect">
            <a:avLst/>
          </a:prstGeom>
        </p:spPr>
      </p:pic>
      <p:sp>
        <p:nvSpPr>
          <p:cNvPr id="2" name="Title 1">
            <a:extLst>
              <a:ext uri="{FF2B5EF4-FFF2-40B4-BE49-F238E27FC236}">
                <a16:creationId xmlns:a16="http://schemas.microsoft.com/office/drawing/2014/main" id="{E841FB39-9DBE-D958-2A0D-14E22704FD7C}"/>
              </a:ext>
            </a:extLst>
          </p:cNvPr>
          <p:cNvSpPr>
            <a:spLocks noGrp="1"/>
          </p:cNvSpPr>
          <p:nvPr>
            <p:ph type="title"/>
          </p:nvPr>
        </p:nvSpPr>
        <p:spPr>
          <a:xfrm>
            <a:off x="242601" y="46703"/>
            <a:ext cx="2703052" cy="493168"/>
          </a:xfrm>
          <a:solidFill>
            <a:schemeClr val="tx1"/>
          </a:solidFill>
        </p:spPr>
        <p:txBody>
          <a:bodyPr/>
          <a:lstStyle/>
          <a:p>
            <a:r>
              <a:rPr lang="en-IN" sz="1350" dirty="0">
                <a:latin typeface="Palatino Linotype" panose="02040502050505030304" pitchFamily="18" charset="0"/>
              </a:rPr>
              <a:t>     </a:t>
            </a:r>
          </a:p>
        </p:txBody>
      </p:sp>
      <p:pic>
        <p:nvPicPr>
          <p:cNvPr id="14" name="Picture 13">
            <a:extLst>
              <a:ext uri="{FF2B5EF4-FFF2-40B4-BE49-F238E27FC236}">
                <a16:creationId xmlns:a16="http://schemas.microsoft.com/office/drawing/2014/main" id="{92155451-D938-69F9-2F97-E9B2ACFC4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7307" y="142257"/>
            <a:ext cx="2595074" cy="1752600"/>
          </a:xfrm>
          <a:prstGeom prst="rect">
            <a:avLst/>
          </a:prstGeom>
        </p:spPr>
      </p:pic>
      <p:sp>
        <p:nvSpPr>
          <p:cNvPr id="3" name="Text Placeholder 2">
            <a:extLst>
              <a:ext uri="{FF2B5EF4-FFF2-40B4-BE49-F238E27FC236}">
                <a16:creationId xmlns:a16="http://schemas.microsoft.com/office/drawing/2014/main" id="{93DF666C-D353-33C1-A72B-4B58426EB15D}"/>
              </a:ext>
            </a:extLst>
          </p:cNvPr>
          <p:cNvSpPr>
            <a:spLocks noGrp="1"/>
          </p:cNvSpPr>
          <p:nvPr>
            <p:ph type="body" idx="1"/>
          </p:nvPr>
        </p:nvSpPr>
        <p:spPr>
          <a:xfrm>
            <a:off x="21043" y="1018557"/>
            <a:ext cx="1438541" cy="1800493"/>
          </a:xfrm>
        </p:spPr>
        <p:txBody>
          <a:bodyPr/>
          <a:lstStyle/>
          <a:p>
            <a:pPr marL="285750" indent="-285750" algn="l">
              <a:buFont typeface="Arial" panose="020B0604020202020204" pitchFamily="34" charset="0"/>
              <a:buChar char="•"/>
            </a:pPr>
            <a:r>
              <a:rPr lang="en-IN" sz="900" dirty="0">
                <a:latin typeface="Times New Roman" panose="02020603050405020304" pitchFamily="18" charset="0"/>
                <a:ea typeface="Verdana" panose="020B0604030504040204" pitchFamily="34" charset="0"/>
                <a:cs typeface="Times New Roman" panose="02020603050405020304" pitchFamily="18" charset="0"/>
              </a:rPr>
              <a:t>Insurance Market  </a:t>
            </a: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r>
              <a:rPr lang="en-IN" sz="900" dirty="0">
                <a:latin typeface="Times New Roman" panose="02020603050405020304" pitchFamily="18" charset="0"/>
                <a:ea typeface="Verdana" panose="020B0604030504040204" pitchFamily="34" charset="0"/>
                <a:cs typeface="Times New Roman" panose="02020603050405020304" pitchFamily="18" charset="0"/>
              </a:rPr>
              <a:t>Financial Market </a:t>
            </a: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IN" sz="9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lgn="l">
              <a:buFont typeface="Arial" panose="020B0604020202020204" pitchFamily="34" charset="0"/>
              <a:buChar char="•"/>
            </a:pPr>
            <a:r>
              <a:rPr lang="en-IN" sz="900" dirty="0">
                <a:latin typeface="Times New Roman" panose="02020603050405020304" pitchFamily="18" charset="0"/>
                <a:ea typeface="Verdana" panose="020B0604030504040204" pitchFamily="34" charset="0"/>
                <a:cs typeface="Times New Roman" panose="02020603050405020304" pitchFamily="18" charset="0"/>
              </a:rPr>
              <a:t>Labour markets       </a:t>
            </a:r>
          </a:p>
        </p:txBody>
      </p:sp>
      <p:sp>
        <p:nvSpPr>
          <p:cNvPr id="4" name="TextBox 3">
            <a:extLst>
              <a:ext uri="{FF2B5EF4-FFF2-40B4-BE49-F238E27FC236}">
                <a16:creationId xmlns:a16="http://schemas.microsoft.com/office/drawing/2014/main" id="{8D777477-2BD9-C3B9-3114-74CBE1D44C9C}"/>
              </a:ext>
            </a:extLst>
          </p:cNvPr>
          <p:cNvSpPr txBox="1"/>
          <p:nvPr/>
        </p:nvSpPr>
        <p:spPr>
          <a:xfrm>
            <a:off x="487617" y="54987"/>
            <a:ext cx="2286000" cy="507831"/>
          </a:xfrm>
          <a:prstGeom prst="rect">
            <a:avLst/>
          </a:prstGeom>
          <a:noFill/>
        </p:spPr>
        <p:txBody>
          <a:bodyPr wrap="square" rtlCol="0">
            <a:spAutoFit/>
          </a:bodyPr>
          <a:lstStyle/>
          <a:p>
            <a:r>
              <a:rPr lang="en-IN" sz="1350" dirty="0">
                <a:solidFill>
                  <a:schemeClr val="bg1"/>
                </a:solidFill>
                <a:latin typeface="Palatino Linotype" panose="02040502050505030304" pitchFamily="18" charset="0"/>
              </a:rPr>
              <a:t>Example of market failures </a:t>
            </a:r>
          </a:p>
          <a:p>
            <a:r>
              <a:rPr lang="en-IN" sz="1350" dirty="0">
                <a:solidFill>
                  <a:schemeClr val="bg1"/>
                </a:solidFill>
                <a:latin typeface="Palatino Linotype" panose="02040502050505030304" pitchFamily="18" charset="0"/>
              </a:rPr>
              <a:t> due to Asymmetric info.</a:t>
            </a:r>
          </a:p>
        </p:txBody>
      </p:sp>
      <p:sp>
        <p:nvSpPr>
          <p:cNvPr id="5" name="Title 1">
            <a:extLst>
              <a:ext uri="{FF2B5EF4-FFF2-40B4-BE49-F238E27FC236}">
                <a16:creationId xmlns:a16="http://schemas.microsoft.com/office/drawing/2014/main" id="{BCF61F3A-F99B-BF82-359B-4889182FDFC2}"/>
              </a:ext>
            </a:extLst>
          </p:cNvPr>
          <p:cNvSpPr txBox="1">
            <a:spLocks/>
          </p:cNvSpPr>
          <p:nvPr/>
        </p:nvSpPr>
        <p:spPr>
          <a:xfrm>
            <a:off x="-39948" y="548973"/>
            <a:ext cx="3266933" cy="415498"/>
          </a:xfrm>
          <a:prstGeom prst="rect">
            <a:avLst/>
          </a:prstGeom>
          <a:solidFill>
            <a:schemeClr val="tx1"/>
          </a:solidFill>
        </p:spPr>
        <p:txBody>
          <a:bodyPr wrap="square" lIns="0" tIns="0" rIns="0" bIns="0">
            <a:spAutoFit/>
          </a:bodyPr>
          <a:lstStyle>
            <a:lvl1pPr>
              <a:defRPr sz="1250" b="1" i="0">
                <a:solidFill>
                  <a:schemeClr val="bg1"/>
                </a:solidFill>
                <a:latin typeface="Tahoma"/>
                <a:ea typeface="+mj-ea"/>
                <a:cs typeface="Tahoma"/>
              </a:defRPr>
            </a:lvl1pPr>
          </a:lstStyle>
          <a:p>
            <a:r>
              <a:rPr lang="en-IN" sz="1350" kern="0" dirty="0">
                <a:latin typeface="Palatino Linotype" panose="02040502050505030304" pitchFamily="18" charset="0"/>
              </a:rPr>
              <a:t>     </a:t>
            </a:r>
          </a:p>
          <a:p>
            <a:endParaRPr lang="en-IN" sz="1350" kern="0" dirty="0">
              <a:latin typeface="Palatino Linotype" panose="02040502050505030304" pitchFamily="18" charset="0"/>
            </a:endParaRPr>
          </a:p>
        </p:txBody>
      </p:sp>
      <p:cxnSp>
        <p:nvCxnSpPr>
          <p:cNvPr id="7" name="Straight Connector 6">
            <a:extLst>
              <a:ext uri="{FF2B5EF4-FFF2-40B4-BE49-F238E27FC236}">
                <a16:creationId xmlns:a16="http://schemas.microsoft.com/office/drawing/2014/main" id="{1D94806A-3667-DE30-D4C0-9353779C9134}"/>
              </a:ext>
            </a:extLst>
          </p:cNvPr>
          <p:cNvCxnSpPr>
            <a:cxnSpLocks/>
          </p:cNvCxnSpPr>
          <p:nvPr/>
        </p:nvCxnSpPr>
        <p:spPr>
          <a:xfrm>
            <a:off x="1511629" y="532811"/>
            <a:ext cx="7257" cy="2758899"/>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A7FF4F5-8295-063C-CEA7-853BACFE0E4F}"/>
              </a:ext>
            </a:extLst>
          </p:cNvPr>
          <p:cNvSpPr txBox="1"/>
          <p:nvPr/>
        </p:nvSpPr>
        <p:spPr>
          <a:xfrm>
            <a:off x="266034" y="636686"/>
            <a:ext cx="1160895" cy="253916"/>
          </a:xfrm>
          <a:prstGeom prst="rect">
            <a:avLst/>
          </a:prstGeom>
          <a:noFill/>
        </p:spPr>
        <p:txBody>
          <a:bodyPr wrap="none" rtlCol="0">
            <a:spAutoFit/>
          </a:bodyPr>
          <a:lstStyle/>
          <a:p>
            <a:r>
              <a:rPr lang="en-IN" sz="1050" dirty="0">
                <a:solidFill>
                  <a:schemeClr val="bg1"/>
                </a:solidFill>
                <a:latin typeface="Palatino Linotype" panose="02040502050505030304" pitchFamily="18" charset="0"/>
              </a:rPr>
              <a:t>Used car market</a:t>
            </a:r>
          </a:p>
        </p:txBody>
      </p:sp>
      <p:sp>
        <p:nvSpPr>
          <p:cNvPr id="10" name="TextBox 9">
            <a:extLst>
              <a:ext uri="{FF2B5EF4-FFF2-40B4-BE49-F238E27FC236}">
                <a16:creationId xmlns:a16="http://schemas.microsoft.com/office/drawing/2014/main" id="{D715D8FA-2572-941E-9D7D-5D1F50355F8B}"/>
              </a:ext>
            </a:extLst>
          </p:cNvPr>
          <p:cNvSpPr txBox="1"/>
          <p:nvPr/>
        </p:nvSpPr>
        <p:spPr>
          <a:xfrm>
            <a:off x="1488101" y="881596"/>
            <a:ext cx="1759045" cy="2492990"/>
          </a:xfrm>
          <a:prstGeom prst="rect">
            <a:avLst/>
          </a:prstGeom>
          <a:noFill/>
        </p:spPr>
        <p:txBody>
          <a:bodyPr wrap="square" rtlCol="0">
            <a:spAutoFit/>
          </a:bodyPr>
          <a:lstStyle/>
          <a:p>
            <a:r>
              <a:rPr lang="en-IN" sz="900" dirty="0">
                <a:latin typeface="Times New Roman" panose="02020603050405020304" pitchFamily="18" charset="0"/>
                <a:cs typeface="Times New Roman" panose="02020603050405020304" pitchFamily="18" charset="0"/>
              </a:rPr>
              <a:t>Insurers cannot distinguish between high-risk and low-risk customers, leading to adverse selection and possibly market failures.</a:t>
            </a:r>
          </a:p>
          <a:p>
            <a:endParaRPr lang="en-IN" sz="900" dirty="0">
              <a:latin typeface="Times New Roman" panose="02020603050405020304" pitchFamily="18" charset="0"/>
              <a:cs typeface="Times New Roman" panose="02020603050405020304" pitchFamily="18" charset="0"/>
            </a:endParaRPr>
          </a:p>
          <a:p>
            <a:r>
              <a:rPr lang="en-IN" sz="900" dirty="0">
                <a:latin typeface="Times New Roman" panose="02020603050405020304" pitchFamily="18" charset="0"/>
                <a:cs typeface="Times New Roman" panose="02020603050405020304" pitchFamily="18" charset="0"/>
              </a:rPr>
              <a:t>Borrowers may engage in high risky behaviour that lenders cannot control, leading to moral hazard and possibly market failure.</a:t>
            </a:r>
          </a:p>
          <a:p>
            <a:endParaRPr lang="en-IN" sz="90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When employing a worker, a firm doesn’t know how hard the worker will work. The employer can look at his CV and past references, but once employed he cannot guarantee the attitude of the worker.</a:t>
            </a:r>
            <a:endParaRPr lang="en-IN" sz="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339C131-1B12-0367-E896-192B663D6A13}"/>
              </a:ext>
            </a:extLst>
          </p:cNvPr>
          <p:cNvSpPr txBox="1"/>
          <p:nvPr/>
        </p:nvSpPr>
        <p:spPr>
          <a:xfrm>
            <a:off x="1503606" y="562818"/>
            <a:ext cx="1769054" cy="369332"/>
          </a:xfrm>
          <a:prstGeom prst="rect">
            <a:avLst/>
          </a:prstGeom>
          <a:noFill/>
        </p:spPr>
        <p:txBody>
          <a:bodyPr wrap="square" rtlCol="0">
            <a:spAutoFit/>
          </a:bodyPr>
          <a:lstStyle/>
          <a:p>
            <a:r>
              <a:rPr lang="en-IN" sz="6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Buyers cannot distinguish between high quality and low quality cars leading to adverse selection and possibly market failure</a:t>
            </a:r>
          </a:p>
        </p:txBody>
      </p:sp>
    </p:spTree>
    <p:extLst>
      <p:ext uri="{BB962C8B-B14F-4D97-AF65-F5344CB8AC3E}">
        <p14:creationId xmlns:p14="http://schemas.microsoft.com/office/powerpoint/2010/main" val="119635959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F4373EB-6A46-3EDB-82C5-B3BAE6C645D3}"/>
              </a:ext>
            </a:extLst>
          </p:cNvPr>
          <p:cNvSpPr txBox="1"/>
          <p:nvPr/>
        </p:nvSpPr>
        <p:spPr>
          <a:xfrm>
            <a:off x="3384090" y="74989"/>
            <a:ext cx="2438400" cy="3139321"/>
          </a:xfrm>
          <a:prstGeom prst="rect">
            <a:avLst/>
          </a:prstGeom>
          <a:solidFill>
            <a:schemeClr val="bg1"/>
          </a:solid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2" name="Title 1">
            <a:extLst>
              <a:ext uri="{FF2B5EF4-FFF2-40B4-BE49-F238E27FC236}">
                <a16:creationId xmlns:a16="http://schemas.microsoft.com/office/drawing/2014/main" id="{FB350D3E-28AA-22D4-68E0-52E5E763A795}"/>
              </a:ext>
            </a:extLst>
          </p:cNvPr>
          <p:cNvSpPr>
            <a:spLocks noGrp="1"/>
          </p:cNvSpPr>
          <p:nvPr>
            <p:ph type="title"/>
          </p:nvPr>
        </p:nvSpPr>
        <p:spPr>
          <a:xfrm>
            <a:off x="107950" y="273050"/>
            <a:ext cx="3388852" cy="381000"/>
          </a:xfrm>
        </p:spPr>
        <p:txBody>
          <a:bodyPr/>
          <a:lstStyle/>
          <a:p>
            <a:r>
              <a:rPr lang="en-IN" dirty="0"/>
              <a:t>ASYMMETRIC INFORMATION AND BANK REGULATION </a:t>
            </a:r>
          </a:p>
        </p:txBody>
      </p:sp>
      <p:pic>
        <p:nvPicPr>
          <p:cNvPr id="6" name="Picture 5">
            <a:extLst>
              <a:ext uri="{FF2B5EF4-FFF2-40B4-BE49-F238E27FC236}">
                <a16:creationId xmlns:a16="http://schemas.microsoft.com/office/drawing/2014/main" id="{10B81166-A9DD-D320-96AD-8B082773A8D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811" t="-1" r="1211" b="16128"/>
          <a:stretch/>
        </p:blipFill>
        <p:spPr>
          <a:xfrm>
            <a:off x="3461877" y="138289"/>
            <a:ext cx="2241550" cy="3012722"/>
          </a:xfrm>
          <a:prstGeom prst="rect">
            <a:avLst/>
          </a:prstGeom>
        </p:spPr>
      </p:pic>
      <p:sp>
        <p:nvSpPr>
          <p:cNvPr id="8" name="TextBox 7">
            <a:extLst>
              <a:ext uri="{FF2B5EF4-FFF2-40B4-BE49-F238E27FC236}">
                <a16:creationId xmlns:a16="http://schemas.microsoft.com/office/drawing/2014/main" id="{3BDF1562-B728-DF0E-910E-EFFD2170014E}"/>
              </a:ext>
            </a:extLst>
          </p:cNvPr>
          <p:cNvSpPr txBox="1"/>
          <p:nvPr/>
        </p:nvSpPr>
        <p:spPr>
          <a:xfrm>
            <a:off x="0" y="806450"/>
            <a:ext cx="3200400" cy="2292935"/>
          </a:xfrm>
          <a:prstGeom prst="rect">
            <a:avLst/>
          </a:prstGeom>
          <a:noFill/>
        </p:spPr>
        <p:txBody>
          <a:bodyPr wrap="square" rtlCol="0">
            <a:spAutoFit/>
          </a:bodyPr>
          <a:lstStyle/>
          <a:p>
            <a:pPr marL="171450" indent="-171450">
              <a:buFont typeface="Wingdings" panose="05000000000000000000" pitchFamily="2" charset="2"/>
              <a:buChar char="ü"/>
            </a:pPr>
            <a:r>
              <a:rPr lang="en-US" sz="1100" b="1" dirty="0">
                <a:solidFill>
                  <a:schemeClr val="bg1"/>
                </a:solidFill>
                <a:latin typeface="Times New Roman" panose="02020603050405020304" pitchFamily="18" charset="0"/>
                <a:cs typeface="Times New Roman" panose="02020603050405020304" pitchFamily="18" charset="0"/>
              </a:rPr>
              <a:t>Government safety net: Deposit insurance and the FDIC</a:t>
            </a:r>
          </a:p>
          <a:p>
            <a:r>
              <a:rPr lang="en-US" sz="1100" b="1" dirty="0">
                <a:solidFill>
                  <a:schemeClr val="bg1"/>
                </a:solidFill>
                <a:latin typeface="Times New Roman" panose="02020603050405020304" pitchFamily="18" charset="0"/>
                <a:cs typeface="Times New Roman" panose="02020603050405020304" pitchFamily="18" charset="0"/>
              </a:rPr>
              <a:t>~ </a:t>
            </a:r>
            <a:r>
              <a:rPr lang="en-US" sz="1100" dirty="0">
                <a:solidFill>
                  <a:schemeClr val="bg1"/>
                </a:solidFill>
                <a:latin typeface="Times New Roman" panose="02020603050405020304" pitchFamily="18" charset="0"/>
                <a:cs typeface="Times New Roman" panose="02020603050405020304" pitchFamily="18" charset="0"/>
              </a:rPr>
              <a:t>Short circuits bank failures and contagion effect</a:t>
            </a:r>
          </a:p>
          <a:p>
            <a:r>
              <a:rPr lang="en-US" sz="1100" b="1" dirty="0">
                <a:solidFill>
                  <a:schemeClr val="bg1"/>
                </a:solidFill>
                <a:latin typeface="Times New Roman" panose="02020603050405020304" pitchFamily="18" charset="0"/>
                <a:cs typeface="Times New Roman" panose="02020603050405020304" pitchFamily="18" charset="0"/>
              </a:rPr>
              <a:t>~ </a:t>
            </a:r>
            <a:r>
              <a:rPr lang="en-US" sz="1100" dirty="0">
                <a:solidFill>
                  <a:schemeClr val="bg1"/>
                </a:solidFill>
                <a:latin typeface="Times New Roman" panose="02020603050405020304" pitchFamily="18" charset="0"/>
                <a:cs typeface="Times New Roman" panose="02020603050405020304" pitchFamily="18" charset="0"/>
              </a:rPr>
              <a:t>Payoff method </a:t>
            </a:r>
          </a:p>
          <a:p>
            <a:r>
              <a:rPr lang="en-US" sz="1100" b="1" dirty="0">
                <a:solidFill>
                  <a:schemeClr val="bg1"/>
                </a:solidFill>
                <a:latin typeface="Times New Roman" panose="02020603050405020304" pitchFamily="18" charset="0"/>
                <a:cs typeface="Times New Roman" panose="02020603050405020304" pitchFamily="18" charset="0"/>
              </a:rPr>
              <a:t>~</a:t>
            </a:r>
            <a:r>
              <a:rPr lang="en-US" sz="1100" dirty="0">
                <a:solidFill>
                  <a:schemeClr val="bg1"/>
                </a:solidFill>
                <a:latin typeface="Times New Roman" panose="02020603050405020304" pitchFamily="18" charset="0"/>
                <a:cs typeface="Times New Roman" panose="02020603050405020304" pitchFamily="18" charset="0"/>
              </a:rPr>
              <a:t> Purchase and assumption method</a:t>
            </a:r>
          </a:p>
          <a:p>
            <a:endParaRPr lang="en-US" sz="1100" dirty="0">
              <a:solidFill>
                <a:schemeClr val="bg1"/>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ü"/>
            </a:pPr>
            <a:r>
              <a:rPr lang="en-IN" sz="1100" b="1" dirty="0">
                <a:solidFill>
                  <a:schemeClr val="bg1"/>
                </a:solidFill>
                <a:latin typeface="Times New Roman" panose="02020603050405020304" pitchFamily="18" charset="0"/>
                <a:cs typeface="Times New Roman" panose="02020603050405020304" pitchFamily="18" charset="0"/>
              </a:rPr>
              <a:t>Moral Hazard</a:t>
            </a:r>
          </a:p>
          <a:p>
            <a:r>
              <a:rPr lang="en-IN" sz="1100" b="1" dirty="0">
                <a:solidFill>
                  <a:schemeClr val="bg1"/>
                </a:solidFill>
                <a:latin typeface="Times New Roman" panose="02020603050405020304" pitchFamily="18" charset="0"/>
                <a:cs typeface="Times New Roman" panose="02020603050405020304" pitchFamily="18" charset="0"/>
              </a:rPr>
              <a:t>~</a:t>
            </a:r>
            <a:r>
              <a:rPr lang="en-US" sz="1100" b="0" i="0" dirty="0">
                <a:solidFill>
                  <a:srgbClr val="444444"/>
                </a:solidFill>
                <a:effectLst/>
                <a:latin typeface="Times New Roman" panose="02020603050405020304" pitchFamily="18" charset="0"/>
                <a:cs typeface="Times New Roman" panose="02020603050405020304" pitchFamily="18" charset="0"/>
              </a:rPr>
              <a:t> </a:t>
            </a:r>
            <a:r>
              <a:rPr lang="en-US" sz="1100" b="0" i="0" dirty="0">
                <a:solidFill>
                  <a:schemeClr val="bg1"/>
                </a:solidFill>
                <a:effectLst/>
                <a:latin typeface="Times New Roman" panose="02020603050405020304" pitchFamily="18" charset="0"/>
                <a:cs typeface="Times New Roman" panose="02020603050405020304" pitchFamily="18" charset="0"/>
              </a:rPr>
              <a:t>Depositors do not impose discipline of marketplace </a:t>
            </a:r>
            <a:endParaRPr lang="en-IN" sz="1100" b="1" i="0" dirty="0">
              <a:solidFill>
                <a:schemeClr val="bg1"/>
              </a:solidFill>
              <a:effectLst/>
              <a:latin typeface="Times New Roman" panose="02020603050405020304" pitchFamily="18" charset="0"/>
              <a:cs typeface="Times New Roman" panose="02020603050405020304" pitchFamily="18" charset="0"/>
            </a:endParaRPr>
          </a:p>
          <a:p>
            <a:r>
              <a:rPr lang="en-IN" sz="1100" b="1" dirty="0">
                <a:solidFill>
                  <a:schemeClr val="bg1"/>
                </a:solidFill>
                <a:latin typeface="Times New Roman" panose="02020603050405020304" pitchFamily="18" charset="0"/>
                <a:cs typeface="Times New Roman" panose="02020603050405020304" pitchFamily="18" charset="0"/>
              </a:rPr>
              <a:t>~ </a:t>
            </a:r>
            <a:r>
              <a:rPr lang="en-US" sz="1100" b="0" i="0" dirty="0">
                <a:solidFill>
                  <a:schemeClr val="bg1"/>
                </a:solidFill>
                <a:effectLst/>
                <a:latin typeface="Times New Roman" panose="02020603050405020304" pitchFamily="18" charset="0"/>
                <a:cs typeface="Times New Roman" panose="02020603050405020304" pitchFamily="18" charset="0"/>
              </a:rPr>
              <a:t>Banks have an incentive to take on greater risk</a:t>
            </a:r>
          </a:p>
          <a:p>
            <a:endParaRPr lang="en-US" sz="1100" dirty="0">
              <a:solidFill>
                <a:schemeClr val="bg1"/>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ü"/>
            </a:pPr>
            <a:r>
              <a:rPr lang="en-IN" sz="1100" b="1" dirty="0">
                <a:solidFill>
                  <a:schemeClr val="bg1"/>
                </a:solidFill>
                <a:latin typeface="Times New Roman" panose="02020603050405020304" pitchFamily="18" charset="0"/>
                <a:cs typeface="Times New Roman" panose="02020603050405020304" pitchFamily="18" charset="0"/>
              </a:rPr>
              <a:t>Adverse Selection</a:t>
            </a:r>
          </a:p>
          <a:p>
            <a:r>
              <a:rPr lang="en-IN" sz="1100" b="1" dirty="0">
                <a:solidFill>
                  <a:schemeClr val="bg1"/>
                </a:solidFill>
                <a:latin typeface="Times New Roman" panose="02020603050405020304" pitchFamily="18" charset="0"/>
                <a:cs typeface="Times New Roman" panose="02020603050405020304" pitchFamily="18" charset="0"/>
              </a:rPr>
              <a:t>~ </a:t>
            </a:r>
            <a:r>
              <a:rPr lang="en-US" sz="1100" b="1" dirty="0">
                <a:solidFill>
                  <a:schemeClr val="bg1"/>
                </a:solidFill>
                <a:latin typeface="Times New Roman" panose="02020603050405020304" pitchFamily="18" charset="0"/>
                <a:cs typeface="Times New Roman" panose="02020603050405020304" pitchFamily="18" charset="0"/>
              </a:rPr>
              <a:t>Risk-lovers find banking attractive</a:t>
            </a:r>
          </a:p>
          <a:p>
            <a:r>
              <a:rPr lang="en-IN" sz="1100" b="1" dirty="0">
                <a:solidFill>
                  <a:schemeClr val="bg1"/>
                </a:solidFill>
                <a:latin typeface="Times New Roman" panose="02020603050405020304" pitchFamily="18" charset="0"/>
                <a:cs typeface="Times New Roman" panose="02020603050405020304" pitchFamily="18" charset="0"/>
              </a:rPr>
              <a:t>~ </a:t>
            </a:r>
            <a:r>
              <a:rPr lang="en-US" sz="1100" b="1" dirty="0">
                <a:solidFill>
                  <a:schemeClr val="bg1"/>
                </a:solidFill>
                <a:latin typeface="Times New Roman" panose="02020603050405020304" pitchFamily="18" charset="0"/>
                <a:cs typeface="Times New Roman" panose="02020603050405020304" pitchFamily="18" charset="0"/>
              </a:rPr>
              <a:t>Depositors have little reason to monitor bank</a:t>
            </a:r>
            <a:endParaRPr lang="en-IN" sz="11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83227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Sing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33E0D-7ADF-E62A-A7CF-01A94E7B195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85F011B-3FA0-0917-64E3-2A8391D520BA}"/>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8928173C-6146-410E-037B-EF28460E8E01}"/>
              </a:ext>
            </a:extLst>
          </p:cNvPr>
          <p:cNvPicPr>
            <a:picLocks noChangeAspect="1"/>
          </p:cNvPicPr>
          <p:nvPr/>
        </p:nvPicPr>
        <p:blipFill rotWithShape="1">
          <a:blip r:embed="rId2">
            <a:extLst>
              <a:ext uri="{28A0092B-C50C-407E-A947-70E740481C1C}">
                <a14:useLocalDpi xmlns:a14="http://schemas.microsoft.com/office/drawing/2010/main" val="0"/>
              </a:ext>
            </a:extLst>
          </a:blip>
          <a:srcRect t="11149"/>
          <a:stretch/>
        </p:blipFill>
        <p:spPr>
          <a:xfrm>
            <a:off x="0" y="0"/>
            <a:ext cx="5872215" cy="3289300"/>
          </a:xfrm>
          <a:prstGeom prst="rect">
            <a:avLst/>
          </a:prstGeom>
        </p:spPr>
      </p:pic>
      <p:sp>
        <p:nvSpPr>
          <p:cNvPr id="6" name="TextBox 5">
            <a:extLst>
              <a:ext uri="{FF2B5EF4-FFF2-40B4-BE49-F238E27FC236}">
                <a16:creationId xmlns:a16="http://schemas.microsoft.com/office/drawing/2014/main" id="{C05957BD-3F46-5660-1C2B-0064D25A5922}"/>
              </a:ext>
            </a:extLst>
          </p:cNvPr>
          <p:cNvSpPr txBox="1"/>
          <p:nvPr/>
        </p:nvSpPr>
        <p:spPr>
          <a:xfrm>
            <a:off x="40506" y="110717"/>
            <a:ext cx="3039243" cy="830997"/>
          </a:xfrm>
          <a:prstGeom prst="rect">
            <a:avLst/>
          </a:prstGeom>
          <a:noFill/>
        </p:spPr>
        <p:txBody>
          <a:bodyPr wrap="square" rtlCol="0">
            <a:spAutoFit/>
          </a:bodyPr>
          <a:lstStyle/>
          <a:p>
            <a:r>
              <a:rPr lang="en-IN" sz="2400" dirty="0">
                <a:latin typeface="Brush Script MT" panose="03060802040406070304" pitchFamily="66" charset="0"/>
              </a:rPr>
              <a:t>The savings and loan crisis of the  1980’s</a:t>
            </a:r>
          </a:p>
        </p:txBody>
      </p:sp>
      <p:sp>
        <p:nvSpPr>
          <p:cNvPr id="7" name="TextBox 6">
            <a:extLst>
              <a:ext uri="{FF2B5EF4-FFF2-40B4-BE49-F238E27FC236}">
                <a16:creationId xmlns:a16="http://schemas.microsoft.com/office/drawing/2014/main" id="{72F8CBC5-A90A-BD3E-2961-50A9907859E9}"/>
              </a:ext>
            </a:extLst>
          </p:cNvPr>
          <p:cNvSpPr txBox="1"/>
          <p:nvPr/>
        </p:nvSpPr>
        <p:spPr>
          <a:xfrm>
            <a:off x="3357615" y="693230"/>
            <a:ext cx="2514600" cy="369332"/>
          </a:xfrm>
          <a:prstGeom prst="rect">
            <a:avLst/>
          </a:prstGeom>
          <a:noFill/>
        </p:spPr>
        <p:txBody>
          <a:bodyPr wrap="square" rtlCol="0">
            <a:spAutoFit/>
          </a:bodyPr>
          <a:lstStyle/>
          <a:p>
            <a:r>
              <a:rPr lang="en-US" dirty="0">
                <a:latin typeface="Gabriola" panose="04040605051002020D02" pitchFamily="82" charset="0"/>
              </a:rPr>
              <a:t>“The Largest Theft in History” </a:t>
            </a:r>
            <a:endParaRPr lang="en-IN" dirty="0">
              <a:latin typeface="Gabriola" panose="04040605051002020D02" pitchFamily="82" charset="0"/>
            </a:endParaRPr>
          </a:p>
        </p:txBody>
      </p:sp>
      <p:sp>
        <p:nvSpPr>
          <p:cNvPr id="8" name="TextBox 7">
            <a:extLst>
              <a:ext uri="{FF2B5EF4-FFF2-40B4-BE49-F238E27FC236}">
                <a16:creationId xmlns:a16="http://schemas.microsoft.com/office/drawing/2014/main" id="{9143ACFF-98B6-55F9-65AE-3CDFB897C1B8}"/>
              </a:ext>
            </a:extLst>
          </p:cNvPr>
          <p:cNvSpPr txBox="1"/>
          <p:nvPr/>
        </p:nvSpPr>
        <p:spPr>
          <a:xfrm>
            <a:off x="3460750" y="962676"/>
            <a:ext cx="1981200" cy="276999"/>
          </a:xfrm>
          <a:prstGeom prst="rect">
            <a:avLst/>
          </a:prstGeom>
          <a:noFill/>
        </p:spPr>
        <p:txBody>
          <a:bodyPr wrap="square" rtlCol="0">
            <a:spAutoFit/>
          </a:bodyPr>
          <a:lstStyle/>
          <a:p>
            <a:r>
              <a:rPr lang="en-US" sz="1200" b="1" i="1" dirty="0"/>
              <a:t>- </a:t>
            </a:r>
            <a:r>
              <a:rPr lang="en-US" sz="1200" b="1" i="1" dirty="0">
                <a:latin typeface="Gabriola" panose="04040605051002020D02" pitchFamily="82" charset="0"/>
              </a:rPr>
              <a:t>And a precedent for things to come."</a:t>
            </a:r>
            <a:endParaRPr lang="en-IN" sz="1200" b="1" i="1" dirty="0">
              <a:latin typeface="Gabriola" panose="04040605051002020D02" pitchFamily="82" charset="0"/>
            </a:endParaRPr>
          </a:p>
        </p:txBody>
      </p:sp>
    </p:spTree>
    <p:extLst>
      <p:ext uri="{BB962C8B-B14F-4D97-AF65-F5344CB8AC3E}">
        <p14:creationId xmlns:p14="http://schemas.microsoft.com/office/powerpoint/2010/main" val="4260218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D42D0-D061-A6E3-0B7C-744383BDFFD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E3551C5-10F6-620F-8E42-A5BFA00D4B5D}"/>
              </a:ext>
            </a:extLst>
          </p:cNvPr>
          <p:cNvSpPr>
            <a:spLocks noGrp="1"/>
          </p:cNvSpPr>
          <p:nvPr>
            <p:ph type="body" idx="1"/>
          </p:nvPr>
        </p:nvSpPr>
        <p:spPr>
          <a:xfrm>
            <a:off x="0" y="1187450"/>
            <a:ext cx="5854699" cy="2101623"/>
          </a:xfrm>
          <a:solidFill>
            <a:schemeClr val="tx1"/>
          </a:solidFill>
        </p:spPr>
        <p:txBody>
          <a:bodyPr/>
          <a:lstStyle/>
          <a:p>
            <a:pPr algn="ctr"/>
            <a:endParaRPr lang="en-US" sz="1100" dirty="0">
              <a:solidFill>
                <a:schemeClr val="bg1"/>
              </a:solidFill>
              <a:latin typeface="Poor Richard" panose="02080502050505020702" pitchFamily="18" charset="0"/>
            </a:endParaRPr>
          </a:p>
          <a:p>
            <a:pPr algn="ctr"/>
            <a:endParaRPr lang="en-US" sz="1100" dirty="0">
              <a:solidFill>
                <a:schemeClr val="bg1"/>
              </a:solidFill>
              <a:latin typeface="Poor Richard" panose="02080502050505020702" pitchFamily="18" charset="0"/>
            </a:endParaRPr>
          </a:p>
          <a:p>
            <a:pPr algn="ctr"/>
            <a:endParaRPr lang="en-US" sz="1100" dirty="0">
              <a:solidFill>
                <a:schemeClr val="bg1"/>
              </a:solidFill>
              <a:latin typeface="Poor Richard" panose="02080502050505020702" pitchFamily="18" charset="0"/>
            </a:endParaRPr>
          </a:p>
          <a:p>
            <a:pPr algn="ctr"/>
            <a:r>
              <a:rPr lang="en-US" sz="1100" dirty="0">
                <a:solidFill>
                  <a:schemeClr val="bg1"/>
                </a:solidFill>
                <a:latin typeface="Poor Richard" panose="02080502050505020702" pitchFamily="18" charset="0"/>
              </a:rPr>
              <a:t>The savings and loan (S&amp;L) crisis of the 1980s was a financial disaster that primarily affected the United States' savings and loan industry. It started in the late 1970s when interest rates rose sharply, and S&amp;Ls, which were primarily focused on lending money for home mortgages, found themselves facing a mismatch in their assets and liabilities. S&amp;Ls borrowed money at short-term interest rates to fund long-term fixed-rate mortgages. When interest rates rose, S&amp;Ls found themselves paying more on their short-term borrowings than they were earning on their long-term loans. This led to a wave of bankruptcies and failures in the S&amp;L industry, as many institutions were unable to cover their losses. </a:t>
            </a:r>
            <a:endParaRPr lang="en-IN" sz="1100" dirty="0">
              <a:solidFill>
                <a:schemeClr val="bg1"/>
              </a:solidFill>
              <a:latin typeface="Poor Richard" panose="02080502050505020702" pitchFamily="18" charset="0"/>
            </a:endParaRPr>
          </a:p>
        </p:txBody>
      </p:sp>
      <p:pic>
        <p:nvPicPr>
          <p:cNvPr id="5" name="Picture 4">
            <a:extLst>
              <a:ext uri="{FF2B5EF4-FFF2-40B4-BE49-F238E27FC236}">
                <a16:creationId xmlns:a16="http://schemas.microsoft.com/office/drawing/2014/main" id="{A7795E74-826A-33DC-4DBD-5521822A4992}"/>
              </a:ext>
            </a:extLst>
          </p:cNvPr>
          <p:cNvPicPr>
            <a:picLocks noChangeAspect="1"/>
          </p:cNvPicPr>
          <p:nvPr/>
        </p:nvPicPr>
        <p:blipFill rotWithShape="1">
          <a:blip r:embed="rId2">
            <a:extLst>
              <a:ext uri="{28A0092B-C50C-407E-A947-70E740481C1C}">
                <a14:useLocalDpi xmlns:a14="http://schemas.microsoft.com/office/drawing/2010/main" val="0"/>
              </a:ext>
            </a:extLst>
          </a:blip>
          <a:srcRect t="29151" b="33784"/>
          <a:stretch/>
        </p:blipFill>
        <p:spPr>
          <a:xfrm>
            <a:off x="-21010" y="227"/>
            <a:ext cx="5875710" cy="1219200"/>
          </a:xfrm>
          <a:prstGeom prst="rect">
            <a:avLst/>
          </a:prstGeom>
        </p:spPr>
      </p:pic>
    </p:spTree>
    <p:extLst>
      <p:ext uri="{BB962C8B-B14F-4D97-AF65-F5344CB8AC3E}">
        <p14:creationId xmlns:p14="http://schemas.microsoft.com/office/powerpoint/2010/main" val="303126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929203" y="0"/>
            <a:ext cx="2926080" cy="3280410"/>
            <a:chOff x="2929203" y="0"/>
            <a:chExt cx="2926080" cy="3280410"/>
          </a:xfrm>
        </p:grpSpPr>
        <p:sp>
          <p:nvSpPr>
            <p:cNvPr id="3" name="object 3"/>
            <p:cNvSpPr/>
            <p:nvPr/>
          </p:nvSpPr>
          <p:spPr>
            <a:xfrm>
              <a:off x="2929203" y="0"/>
              <a:ext cx="2926080" cy="3280410"/>
            </a:xfrm>
            <a:custGeom>
              <a:avLst/>
              <a:gdLst/>
              <a:ahLst/>
              <a:cxnLst/>
              <a:rect l="l" t="t" r="r" b="b"/>
              <a:pathLst>
                <a:path w="2926079" h="3280410">
                  <a:moveTo>
                    <a:pt x="0" y="3280157"/>
                  </a:moveTo>
                  <a:lnTo>
                    <a:pt x="0" y="0"/>
                  </a:lnTo>
                  <a:lnTo>
                    <a:pt x="2925495" y="0"/>
                  </a:lnTo>
                  <a:lnTo>
                    <a:pt x="2925495" y="3280157"/>
                  </a:lnTo>
                  <a:lnTo>
                    <a:pt x="0" y="3280157"/>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3348594" y="366150"/>
              <a:ext cx="2078704" cy="2552044"/>
            </a:xfrm>
            <a:prstGeom prst="rect">
              <a:avLst/>
            </a:prstGeom>
          </p:spPr>
        </p:pic>
      </p:grpSp>
      <p:sp>
        <p:nvSpPr>
          <p:cNvPr id="5" name="object 5"/>
          <p:cNvSpPr txBox="1">
            <a:spLocks noGrp="1"/>
          </p:cNvSpPr>
          <p:nvPr>
            <p:ph type="title"/>
          </p:nvPr>
        </p:nvSpPr>
        <p:spPr>
          <a:xfrm>
            <a:off x="55094" y="246518"/>
            <a:ext cx="1964689" cy="410845"/>
          </a:xfrm>
          <a:prstGeom prst="rect">
            <a:avLst/>
          </a:prstGeom>
          <a:solidFill>
            <a:schemeClr val="tx1"/>
          </a:solidFill>
        </p:spPr>
        <p:txBody>
          <a:bodyPr vert="horz" wrap="square" lIns="0" tIns="15875" rIns="0" bIns="0" rtlCol="0">
            <a:spAutoFit/>
          </a:bodyPr>
          <a:lstStyle/>
          <a:p>
            <a:pPr marL="12700" marR="5080">
              <a:lnSpc>
                <a:spcPct val="100000"/>
              </a:lnSpc>
              <a:spcBef>
                <a:spcPts val="125"/>
              </a:spcBef>
            </a:pPr>
            <a:r>
              <a:rPr lang="en-IN" spc="140" dirty="0">
                <a:latin typeface="Cambria" panose="02040503050406030204" pitchFamily="18" charset="0"/>
                <a:ea typeface="Cambria" panose="02040503050406030204" pitchFamily="18" charset="0"/>
                <a:cs typeface="Cambria"/>
              </a:rPr>
              <a:t>Overcoming</a:t>
            </a:r>
            <a:r>
              <a:rPr spc="5" dirty="0">
                <a:latin typeface="Cambria"/>
                <a:cs typeface="Cambria"/>
              </a:rPr>
              <a:t> </a:t>
            </a:r>
            <a:r>
              <a:rPr spc="-75" dirty="0">
                <a:latin typeface="Cambria"/>
                <a:cs typeface="Cambria"/>
              </a:rPr>
              <a:t> </a:t>
            </a:r>
            <a:r>
              <a:rPr spc="65" dirty="0">
                <a:latin typeface="Cambria"/>
                <a:cs typeface="Cambria"/>
              </a:rPr>
              <a:t>A</a:t>
            </a:r>
            <a:r>
              <a:rPr spc="25" dirty="0">
                <a:latin typeface="Cambria"/>
                <a:cs typeface="Cambria"/>
              </a:rPr>
              <a:t>s</a:t>
            </a:r>
            <a:r>
              <a:rPr spc="10" dirty="0">
                <a:latin typeface="Cambria"/>
                <a:cs typeface="Cambria"/>
              </a:rPr>
              <a:t>y</a:t>
            </a:r>
            <a:r>
              <a:rPr spc="55" dirty="0">
                <a:latin typeface="Cambria"/>
                <a:cs typeface="Cambria"/>
              </a:rPr>
              <a:t>mm</a:t>
            </a:r>
            <a:r>
              <a:rPr spc="-25" dirty="0">
                <a:latin typeface="Cambria"/>
                <a:cs typeface="Cambria"/>
              </a:rPr>
              <a:t>e</a:t>
            </a:r>
            <a:r>
              <a:rPr spc="-10" dirty="0">
                <a:latin typeface="Cambria"/>
                <a:cs typeface="Cambria"/>
              </a:rPr>
              <a:t>t</a:t>
            </a:r>
            <a:r>
              <a:rPr spc="35" dirty="0">
                <a:latin typeface="Cambria"/>
                <a:cs typeface="Cambria"/>
              </a:rPr>
              <a:t>r</a:t>
            </a:r>
            <a:r>
              <a:rPr spc="25" dirty="0">
                <a:latin typeface="Cambria"/>
                <a:cs typeface="Cambria"/>
              </a:rPr>
              <a:t>i</a:t>
            </a:r>
            <a:r>
              <a:rPr spc="35" dirty="0">
                <a:latin typeface="Cambria"/>
                <a:cs typeface="Cambria"/>
              </a:rPr>
              <a:t>c  </a:t>
            </a:r>
            <a:r>
              <a:rPr spc="30" dirty="0">
                <a:latin typeface="Cambria"/>
                <a:cs typeface="Cambria"/>
              </a:rPr>
              <a:t>Information</a:t>
            </a:r>
          </a:p>
        </p:txBody>
      </p:sp>
      <p:sp>
        <p:nvSpPr>
          <p:cNvPr id="6" name="object 6"/>
          <p:cNvSpPr txBox="1"/>
          <p:nvPr/>
        </p:nvSpPr>
        <p:spPr>
          <a:xfrm>
            <a:off x="52979" y="729464"/>
            <a:ext cx="2736850" cy="2478884"/>
          </a:xfrm>
          <a:prstGeom prst="rect">
            <a:avLst/>
          </a:prstGeom>
        </p:spPr>
        <p:txBody>
          <a:bodyPr vert="horz" wrap="square" lIns="0" tIns="16510" rIns="0" bIns="0" rtlCol="0">
            <a:spAutoFit/>
          </a:bodyPr>
          <a:lstStyle/>
          <a:p>
            <a:pPr algn="l">
              <a:buFont typeface="Arial" panose="020B0604020202020204" pitchFamily="34" charset="0"/>
              <a:buChar char="•"/>
            </a:pPr>
            <a:r>
              <a:rPr lang="en-US" sz="1000" b="1" i="0" dirty="0">
                <a:solidFill>
                  <a:srgbClr val="3A3A3A"/>
                </a:solidFill>
                <a:effectLst/>
                <a:latin typeface="Times New Roman" panose="02020603050405020304" pitchFamily="18" charset="0"/>
                <a:cs typeface="Times New Roman" panose="02020603050405020304" pitchFamily="18" charset="0"/>
              </a:rPr>
              <a:t>Give warranties</a:t>
            </a:r>
            <a:r>
              <a:rPr lang="en-US" sz="1000" b="1" dirty="0">
                <a:solidFill>
                  <a:srgbClr val="3A3A3A"/>
                </a:solidFill>
                <a:latin typeface="Times New Roman" panose="02020603050405020304" pitchFamily="18" charset="0"/>
                <a:cs typeface="Times New Roman" panose="02020603050405020304" pitchFamily="18" charset="0"/>
              </a:rPr>
              <a:t>-</a:t>
            </a:r>
            <a:r>
              <a:rPr lang="en-US" sz="1000" b="1" i="0" dirty="0">
                <a:solidFill>
                  <a:srgbClr val="3A3A3A"/>
                </a:solidFill>
                <a:effectLst/>
                <a:latin typeface="Times New Roman" panose="02020603050405020304" pitchFamily="18" charset="0"/>
                <a:cs typeface="Times New Roman" panose="02020603050405020304" pitchFamily="18" charset="0"/>
              </a:rPr>
              <a:t> </a:t>
            </a:r>
            <a:r>
              <a:rPr lang="en-US" sz="1000" b="0" i="0" dirty="0">
                <a:solidFill>
                  <a:srgbClr val="3A3A3A"/>
                </a:solidFill>
                <a:effectLst/>
                <a:latin typeface="Times New Roman" panose="02020603050405020304" pitchFamily="18" charset="0"/>
                <a:cs typeface="Times New Roman" panose="02020603050405020304" pitchFamily="18" charset="0"/>
              </a:rPr>
              <a:t>A way to avoid asymmetric information is for second-hand car salesmen to give warranties for the reliability of their car.</a:t>
            </a:r>
            <a:endParaRPr lang="en-US" sz="1000" dirty="0">
              <a:solidFill>
                <a:srgbClr val="3A3A3A"/>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000" b="1" i="0" dirty="0">
                <a:solidFill>
                  <a:srgbClr val="3A3A3A"/>
                </a:solidFill>
                <a:effectLst/>
                <a:latin typeface="Times New Roman" panose="02020603050405020304" pitchFamily="18" charset="0"/>
                <a:cs typeface="Times New Roman" panose="02020603050405020304" pitchFamily="18" charset="0"/>
              </a:rPr>
              <a:t>Employ a mechanic to test </a:t>
            </a:r>
            <a:r>
              <a:rPr lang="en-US" sz="1000" i="0" dirty="0">
                <a:solidFill>
                  <a:srgbClr val="3A3A3A"/>
                </a:solidFill>
                <a:effectLst/>
                <a:latin typeface="Times New Roman" panose="02020603050405020304" pitchFamily="18" charset="0"/>
                <a:cs typeface="Times New Roman" panose="02020603050405020304" pitchFamily="18" charset="0"/>
              </a:rPr>
              <a:t>car-   If you are going to buy a second-hand car for £7,000, it would be worth paying £100 to a qualified mechanic to run the car through independent tests. This would give you more information. Also, the car dealer would be wary of trying to sell ‘duds’ if you were bringing a qualified mechanic to test.</a:t>
            </a:r>
          </a:p>
          <a:p>
            <a:pPr algn="l">
              <a:buFont typeface="Arial" panose="020B0604020202020204" pitchFamily="34" charset="0"/>
              <a:buChar char="•"/>
            </a:pPr>
            <a:r>
              <a:rPr lang="en-US" sz="1000" b="1" i="0" dirty="0">
                <a:solidFill>
                  <a:srgbClr val="3A3A3A"/>
                </a:solidFill>
                <a:effectLst/>
                <a:latin typeface="Times New Roman" panose="02020603050405020304" pitchFamily="18" charset="0"/>
                <a:cs typeface="Times New Roman" panose="02020603050405020304" pitchFamily="18" charset="0"/>
              </a:rPr>
              <a:t>No claims bonuses - </a:t>
            </a:r>
            <a:r>
              <a:rPr lang="en-US" sz="1000" i="0" dirty="0">
                <a:solidFill>
                  <a:srgbClr val="3A3A3A"/>
                </a:solidFill>
                <a:effectLst/>
                <a:latin typeface="Times New Roman" panose="02020603050405020304" pitchFamily="18" charset="0"/>
                <a:cs typeface="Times New Roman" panose="02020603050405020304" pitchFamily="18" charset="0"/>
              </a:rPr>
              <a:t>To overcome asymmetric information in insurance, insurers will give big discounts for ‘no claims bonuses’ this is the best way of gaining better information about ‘careful’ and ‘unlucky’ consumers.</a:t>
            </a:r>
          </a:p>
          <a:p>
            <a:pPr algn="l">
              <a:buFont typeface="Arial" panose="020B0604020202020204" pitchFamily="34" charset="0"/>
              <a:buChar char="•"/>
            </a:pPr>
            <a:endParaRPr lang="en-US" sz="1000" b="1" i="0" dirty="0">
              <a:solidFill>
                <a:srgbClr val="3A3A3A"/>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zoom/>
      </p:transition>
    </mc:Choice>
    <mc:Fallback xmlns="">
      <p:transition spd="slow">
        <p:zo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3338" y="475382"/>
            <a:ext cx="88900" cy="92075"/>
          </a:xfrm>
          <a:prstGeom prst="rect">
            <a:avLst/>
          </a:prstGeom>
        </p:spPr>
      </p:pic>
      <p:sp>
        <p:nvSpPr>
          <p:cNvPr id="3" name="object 3"/>
          <p:cNvSpPr txBox="1">
            <a:spLocks noGrp="1"/>
          </p:cNvSpPr>
          <p:nvPr>
            <p:ph type="title"/>
          </p:nvPr>
        </p:nvSpPr>
        <p:spPr>
          <a:prstGeom prst="rect">
            <a:avLst/>
          </a:prstGeom>
        </p:spPr>
        <p:txBody>
          <a:bodyPr vert="horz" wrap="square" lIns="0" tIns="15875" rIns="0" bIns="0" rtlCol="0">
            <a:spAutoFit/>
          </a:bodyPr>
          <a:lstStyle/>
          <a:p>
            <a:pPr marL="2915920">
              <a:lnSpc>
                <a:spcPct val="100000"/>
              </a:lnSpc>
              <a:spcBef>
                <a:spcPts val="125"/>
              </a:spcBef>
            </a:pPr>
            <a:r>
              <a:rPr spc="40" dirty="0"/>
              <a:t>E </a:t>
            </a:r>
            <a:r>
              <a:rPr spc="-50" dirty="0"/>
              <a:t> </a:t>
            </a:r>
            <a:r>
              <a:rPr spc="-90" dirty="0"/>
              <a:t>a</a:t>
            </a:r>
            <a:r>
              <a:rPr spc="-40" dirty="0"/>
              <a:t>m</a:t>
            </a:r>
            <a:r>
              <a:rPr spc="-25" dirty="0"/>
              <a:t>p</a:t>
            </a:r>
            <a:r>
              <a:rPr dirty="0"/>
              <a:t>l</a:t>
            </a:r>
            <a:r>
              <a:rPr spc="-100" dirty="0"/>
              <a:t>e</a:t>
            </a:r>
            <a:r>
              <a:rPr spc="-55" dirty="0"/>
              <a:t>s</a:t>
            </a:r>
            <a:r>
              <a:rPr spc="-70" dirty="0"/>
              <a:t> </a:t>
            </a:r>
            <a:r>
              <a:rPr spc="-55" dirty="0"/>
              <a:t>o</a:t>
            </a:r>
            <a:r>
              <a:rPr spc="-30" dirty="0"/>
              <a:t>f</a:t>
            </a:r>
            <a:r>
              <a:rPr spc="-70" dirty="0"/>
              <a:t> </a:t>
            </a:r>
            <a:r>
              <a:rPr spc="-50" dirty="0"/>
              <a:t>S</a:t>
            </a:r>
            <a:r>
              <a:rPr spc="-30" dirty="0"/>
              <a:t>ucc</a:t>
            </a:r>
            <a:r>
              <a:rPr spc="-100" dirty="0"/>
              <a:t>e</a:t>
            </a:r>
            <a:r>
              <a:rPr spc="-55" dirty="0"/>
              <a:t>ss</a:t>
            </a:r>
            <a:r>
              <a:rPr spc="-30" dirty="0"/>
              <a:t>fu</a:t>
            </a:r>
            <a:r>
              <a:rPr spc="15" dirty="0"/>
              <a:t>l</a:t>
            </a:r>
            <a:r>
              <a:rPr spc="-70" dirty="0"/>
              <a:t> </a:t>
            </a:r>
            <a:r>
              <a:rPr spc="-50" dirty="0"/>
              <a:t>S</a:t>
            </a:r>
            <a:r>
              <a:rPr spc="-70" dirty="0"/>
              <a:t>o</a:t>
            </a:r>
            <a:r>
              <a:rPr spc="15" dirty="0"/>
              <a:t>l</a:t>
            </a:r>
            <a:r>
              <a:rPr spc="-30" dirty="0"/>
              <a:t>u</a:t>
            </a:r>
            <a:r>
              <a:rPr spc="-75" dirty="0"/>
              <a:t>t</a:t>
            </a:r>
            <a:r>
              <a:rPr spc="20" dirty="0"/>
              <a:t>i</a:t>
            </a:r>
            <a:r>
              <a:rPr spc="-55" dirty="0"/>
              <a:t>o</a:t>
            </a:r>
            <a:r>
              <a:rPr spc="-20" dirty="0"/>
              <a:t>n</a:t>
            </a:r>
            <a:r>
              <a:rPr spc="-55" dirty="0"/>
              <a:t>s</a:t>
            </a:r>
          </a:p>
        </p:txBody>
      </p:sp>
      <p:grpSp>
        <p:nvGrpSpPr>
          <p:cNvPr id="4" name="object 4"/>
          <p:cNvGrpSpPr/>
          <p:nvPr/>
        </p:nvGrpSpPr>
        <p:grpSpPr>
          <a:xfrm>
            <a:off x="3243338" y="475382"/>
            <a:ext cx="88900" cy="92075"/>
            <a:chOff x="3243338" y="475382"/>
            <a:chExt cx="88900" cy="92075"/>
          </a:xfrm>
        </p:grpSpPr>
        <p:pic>
          <p:nvPicPr>
            <p:cNvPr id="5" name="object 5"/>
            <p:cNvPicPr/>
            <p:nvPr/>
          </p:nvPicPr>
          <p:blipFill>
            <a:blip r:embed="rId2" cstate="print"/>
            <a:stretch>
              <a:fillRect/>
            </a:stretch>
          </p:blipFill>
          <p:spPr>
            <a:xfrm>
              <a:off x="3243338" y="475382"/>
              <a:ext cx="88900" cy="92075"/>
            </a:xfrm>
            <a:prstGeom prst="rect">
              <a:avLst/>
            </a:prstGeom>
          </p:spPr>
        </p:pic>
        <p:pic>
          <p:nvPicPr>
            <p:cNvPr id="6" name="object 6"/>
            <p:cNvPicPr/>
            <p:nvPr/>
          </p:nvPicPr>
          <p:blipFill>
            <a:blip r:embed="rId2" cstate="print"/>
            <a:stretch>
              <a:fillRect/>
            </a:stretch>
          </p:blipFill>
          <p:spPr>
            <a:xfrm>
              <a:off x="3243338" y="475382"/>
              <a:ext cx="88900" cy="92075"/>
            </a:xfrm>
            <a:prstGeom prst="rect">
              <a:avLst/>
            </a:prstGeom>
          </p:spPr>
        </p:pic>
      </p:grpSp>
      <p:sp>
        <p:nvSpPr>
          <p:cNvPr id="7" name="object 7"/>
          <p:cNvSpPr txBox="1"/>
          <p:nvPr/>
        </p:nvSpPr>
        <p:spPr>
          <a:xfrm>
            <a:off x="3126460" y="901104"/>
            <a:ext cx="2588895" cy="2441438"/>
          </a:xfrm>
          <a:prstGeom prst="rect">
            <a:avLst/>
          </a:prstGeom>
        </p:spPr>
        <p:txBody>
          <a:bodyPr vert="horz" wrap="square" lIns="0" tIns="10795" rIns="0" bIns="0" rtlCol="0">
            <a:spAutoFit/>
          </a:bodyPr>
          <a:lstStyle/>
          <a:p>
            <a:pPr marL="184150" marR="5080" indent="-171450">
              <a:lnSpc>
                <a:spcPct val="101299"/>
              </a:lnSpc>
              <a:spcBef>
                <a:spcPts val="85"/>
              </a:spcBef>
              <a:buFont typeface="Arial" panose="020B0604020202020204" pitchFamily="34" charset="0"/>
              <a:buChar char="•"/>
            </a:pPr>
            <a:r>
              <a:rPr lang="en-IN" sz="1100" b="1" u="sng" dirty="0">
                <a:solidFill>
                  <a:schemeClr val="bg1"/>
                </a:solidFill>
                <a:latin typeface="Times New Roman" panose="02020603050405020304" pitchFamily="18" charset="0"/>
                <a:cs typeface="Times New Roman" panose="02020603050405020304" pitchFamily="18" charset="0"/>
              </a:rPr>
              <a:t>Carfax </a:t>
            </a:r>
            <a:r>
              <a:rPr lang="en-IN" sz="1200" b="1" dirty="0">
                <a:solidFill>
                  <a:schemeClr val="bg1"/>
                </a:solidFill>
                <a:latin typeface="Times New Roman" panose="02020603050405020304" pitchFamily="18" charset="0"/>
                <a:cs typeface="Times New Roman" panose="02020603050405020304" pitchFamily="18" charset="0"/>
              </a:rPr>
              <a:t>– Carfax is a service that provide vehicle history reports to potential buyers. This solution help to reduce information asymmetry in the used car market. </a:t>
            </a:r>
            <a:r>
              <a:rPr lang="en-IN" sz="1050" b="1" dirty="0">
                <a:solidFill>
                  <a:schemeClr val="bg1"/>
                </a:solidFill>
                <a:latin typeface="Times New Roman" panose="02020603050405020304" pitchFamily="18" charset="0"/>
                <a:cs typeface="Times New Roman" panose="02020603050405020304" pitchFamily="18" charset="0"/>
              </a:rPr>
              <a:t> </a:t>
            </a:r>
          </a:p>
          <a:p>
            <a:pPr marL="184150" marR="5080" indent="-171450">
              <a:lnSpc>
                <a:spcPct val="101299"/>
              </a:lnSpc>
              <a:spcBef>
                <a:spcPts val="85"/>
              </a:spcBef>
              <a:buFont typeface="Arial" panose="020B0604020202020204" pitchFamily="34" charset="0"/>
              <a:buChar char="•"/>
            </a:pPr>
            <a:r>
              <a:rPr lang="en-IN" sz="1050" b="1" u="sng" dirty="0">
                <a:solidFill>
                  <a:schemeClr val="bg1"/>
                </a:solidFill>
                <a:latin typeface="Times New Roman" panose="02020603050405020304" pitchFamily="18" charset="0"/>
                <a:cs typeface="Times New Roman" panose="02020603050405020304" pitchFamily="18" charset="0"/>
              </a:rPr>
              <a:t>FDA approval process </a:t>
            </a:r>
            <a:r>
              <a:rPr lang="en-IN" sz="1050" b="1" dirty="0">
                <a:solidFill>
                  <a:schemeClr val="bg1"/>
                </a:solidFill>
                <a:latin typeface="Times New Roman" panose="02020603050405020304" pitchFamily="18" charset="0"/>
                <a:cs typeface="Times New Roman" panose="02020603050405020304" pitchFamily="18" charset="0"/>
              </a:rPr>
              <a:t>- </a:t>
            </a:r>
            <a:r>
              <a:rPr lang="en-IN" sz="1050" dirty="0">
                <a:solidFill>
                  <a:schemeClr val="bg1"/>
                </a:solidFill>
                <a:latin typeface="Times New Roman" panose="02020603050405020304" pitchFamily="18" charset="0"/>
                <a:cs typeface="Times New Roman" panose="02020603050405020304" pitchFamily="18" charset="0"/>
              </a:rPr>
              <a:t>The</a:t>
            </a:r>
            <a:r>
              <a:rPr lang="en-IN" sz="1050" b="1" dirty="0">
                <a:solidFill>
                  <a:schemeClr val="bg1"/>
                </a:solidFill>
                <a:latin typeface="Times New Roman" panose="02020603050405020304" pitchFamily="18" charset="0"/>
                <a:cs typeface="Times New Roman" panose="02020603050405020304" pitchFamily="18" charset="0"/>
              </a:rPr>
              <a:t> </a:t>
            </a:r>
            <a:r>
              <a:rPr lang="en-IN" sz="1050" dirty="0">
                <a:solidFill>
                  <a:schemeClr val="bg1"/>
                </a:solidFill>
                <a:latin typeface="Times New Roman" panose="02020603050405020304" pitchFamily="18" charset="0"/>
                <a:cs typeface="Times New Roman" panose="02020603050405020304" pitchFamily="18" charset="0"/>
              </a:rPr>
              <a:t>FDA approval process for drugs and medical devices requires manufacturers to provide detailed information about the safety and effectiveness of their product.</a:t>
            </a:r>
          </a:p>
          <a:p>
            <a:pPr marL="184150" marR="5080" indent="-171450">
              <a:lnSpc>
                <a:spcPct val="101299"/>
              </a:lnSpc>
              <a:spcBef>
                <a:spcPts val="85"/>
              </a:spcBef>
              <a:buFont typeface="Arial" panose="020B0604020202020204" pitchFamily="34" charset="0"/>
              <a:buChar char="•"/>
            </a:pPr>
            <a:r>
              <a:rPr lang="en-IN" sz="1050" b="1" u="sng" dirty="0">
                <a:solidFill>
                  <a:schemeClr val="bg1"/>
                </a:solidFill>
                <a:latin typeface="Times New Roman" panose="02020603050405020304" pitchFamily="18" charset="0"/>
                <a:cs typeface="Times New Roman" panose="02020603050405020304" pitchFamily="18" charset="0"/>
              </a:rPr>
              <a:t>Yelp</a:t>
            </a:r>
            <a:r>
              <a:rPr lang="en-IN" sz="1050" b="1" dirty="0">
                <a:solidFill>
                  <a:schemeClr val="bg1"/>
                </a:solidFill>
                <a:latin typeface="Times New Roman" panose="02020603050405020304" pitchFamily="18" charset="0"/>
                <a:cs typeface="Times New Roman" panose="02020603050405020304" pitchFamily="18" charset="0"/>
              </a:rPr>
              <a:t> – </a:t>
            </a:r>
            <a:r>
              <a:rPr lang="en-IN" sz="1050" dirty="0">
                <a:solidFill>
                  <a:schemeClr val="bg1"/>
                </a:solidFill>
                <a:latin typeface="Times New Roman" panose="02020603050405020304" pitchFamily="18" charset="0"/>
                <a:cs typeface="Times New Roman" panose="02020603050405020304" pitchFamily="18" charset="0"/>
              </a:rPr>
              <a:t>Yelps is a websites that provides reviews and ratings of businesses, including restaurants,  hotels &amp; shops.</a:t>
            </a:r>
            <a:endParaRPr lang="en-IN" sz="1050" b="1" u="sng" dirty="0">
              <a:solidFill>
                <a:schemeClr val="bg1"/>
              </a:solidFill>
              <a:latin typeface="Times New Roman" panose="02020603050405020304" pitchFamily="18" charset="0"/>
              <a:cs typeface="Times New Roman" panose="02020603050405020304" pitchFamily="18" charset="0"/>
            </a:endParaRPr>
          </a:p>
          <a:p>
            <a:pPr marL="12700" marR="5080">
              <a:lnSpc>
                <a:spcPct val="101299"/>
              </a:lnSpc>
              <a:spcBef>
                <a:spcPts val="85"/>
              </a:spcBef>
            </a:pPr>
            <a:r>
              <a:rPr lang="en-IN" sz="1050" b="1" dirty="0">
                <a:solidFill>
                  <a:schemeClr val="bg1"/>
                </a:solidFill>
                <a:latin typeface="Times New Roman" panose="02020603050405020304" pitchFamily="18" charset="0"/>
                <a:cs typeface="Times New Roman" panose="02020603050405020304" pitchFamily="18" charset="0"/>
              </a:rPr>
              <a:t> </a:t>
            </a:r>
            <a:endParaRPr sz="1050" b="1" dirty="0">
              <a:solidFill>
                <a:schemeClr val="bg1"/>
              </a:solidFill>
              <a:latin typeface="Times New Roman" panose="02020603050405020304" pitchFamily="18" charset="0"/>
              <a:cs typeface="Times New Roman" panose="02020603050405020304" pitchFamily="18" charset="0"/>
            </a:endParaRPr>
          </a:p>
        </p:txBody>
      </p:sp>
      <p:pic>
        <p:nvPicPr>
          <p:cNvPr id="8" name="object 8"/>
          <p:cNvPicPr/>
          <p:nvPr/>
        </p:nvPicPr>
        <p:blipFill>
          <a:blip r:embed="rId3" cstate="print"/>
          <a:stretch>
            <a:fillRect/>
          </a:stretch>
        </p:blipFill>
        <p:spPr>
          <a:xfrm>
            <a:off x="0" y="0"/>
            <a:ext cx="2927349" cy="32801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68C57C1-C713-8B17-F07F-13E992403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7"/>
            <a:ext cx="5854699" cy="3290097"/>
          </a:xfrm>
          <a:prstGeom prst="rect">
            <a:avLst/>
          </a:prstGeom>
        </p:spPr>
      </p:pic>
      <p:sp>
        <p:nvSpPr>
          <p:cNvPr id="2" name="object 2"/>
          <p:cNvSpPr/>
          <p:nvPr/>
        </p:nvSpPr>
        <p:spPr>
          <a:xfrm>
            <a:off x="1983425" y="2904374"/>
            <a:ext cx="1888489" cy="375920"/>
          </a:xfrm>
          <a:custGeom>
            <a:avLst/>
            <a:gdLst/>
            <a:ahLst/>
            <a:cxnLst/>
            <a:rect l="l" t="t" r="r" b="b"/>
            <a:pathLst>
              <a:path w="1888489" h="375920">
                <a:moveTo>
                  <a:pt x="0" y="0"/>
                </a:moveTo>
                <a:lnTo>
                  <a:pt x="1887867" y="0"/>
                </a:lnTo>
                <a:lnTo>
                  <a:pt x="1887867" y="375783"/>
                </a:lnTo>
                <a:lnTo>
                  <a:pt x="0" y="375783"/>
                </a:lnTo>
                <a:lnTo>
                  <a:pt x="0" y="0"/>
                </a:lnTo>
                <a:close/>
              </a:path>
            </a:pathLst>
          </a:custGeom>
          <a:solidFill>
            <a:srgbClr val="000000"/>
          </a:solidFill>
        </p:spPr>
        <p:txBody>
          <a:bodyPr wrap="square" lIns="0" tIns="0" rIns="0" bIns="0" rtlCol="0"/>
          <a:lstStyle/>
          <a:p>
            <a:endParaRPr/>
          </a:p>
        </p:txBody>
      </p:sp>
      <p:sp>
        <p:nvSpPr>
          <p:cNvPr id="3" name="object 3"/>
          <p:cNvSpPr/>
          <p:nvPr/>
        </p:nvSpPr>
        <p:spPr>
          <a:xfrm>
            <a:off x="3782669" y="0"/>
            <a:ext cx="2072639" cy="3280410"/>
          </a:xfrm>
          <a:custGeom>
            <a:avLst/>
            <a:gdLst/>
            <a:ahLst/>
            <a:cxnLst/>
            <a:rect l="l" t="t" r="r" b="b"/>
            <a:pathLst>
              <a:path w="2072639" h="3280410">
                <a:moveTo>
                  <a:pt x="2072017" y="0"/>
                </a:moveTo>
                <a:lnTo>
                  <a:pt x="0" y="0"/>
                </a:lnTo>
                <a:lnTo>
                  <a:pt x="0" y="392734"/>
                </a:lnTo>
                <a:lnTo>
                  <a:pt x="1679524" y="392734"/>
                </a:lnTo>
                <a:lnTo>
                  <a:pt x="1679524" y="2906699"/>
                </a:lnTo>
                <a:lnTo>
                  <a:pt x="0" y="2906699"/>
                </a:lnTo>
                <a:lnTo>
                  <a:pt x="0" y="3280372"/>
                </a:lnTo>
                <a:lnTo>
                  <a:pt x="2072017" y="3280372"/>
                </a:lnTo>
                <a:lnTo>
                  <a:pt x="2072017" y="2906699"/>
                </a:lnTo>
                <a:lnTo>
                  <a:pt x="2072017" y="392734"/>
                </a:lnTo>
                <a:lnTo>
                  <a:pt x="2072017" y="0"/>
                </a:lnTo>
                <a:close/>
              </a:path>
            </a:pathLst>
          </a:custGeom>
          <a:solidFill>
            <a:srgbClr val="000000"/>
          </a:solidFill>
        </p:spPr>
        <p:txBody>
          <a:bodyPr wrap="square" lIns="0" tIns="0" rIns="0" bIns="0" rtlCol="0"/>
          <a:lstStyle/>
          <a:p>
            <a:endParaRPr/>
          </a:p>
        </p:txBody>
      </p:sp>
      <p:sp>
        <p:nvSpPr>
          <p:cNvPr id="4" name="object 4"/>
          <p:cNvSpPr/>
          <p:nvPr/>
        </p:nvSpPr>
        <p:spPr>
          <a:xfrm>
            <a:off x="0" y="0"/>
            <a:ext cx="3871595" cy="3280410"/>
          </a:xfrm>
          <a:custGeom>
            <a:avLst/>
            <a:gdLst/>
            <a:ahLst/>
            <a:cxnLst/>
            <a:rect l="l" t="t" r="r" b="b"/>
            <a:pathLst>
              <a:path w="3871595" h="3280410">
                <a:moveTo>
                  <a:pt x="3871290" y="482"/>
                </a:moveTo>
                <a:lnTo>
                  <a:pt x="2072017" y="482"/>
                </a:lnTo>
                <a:lnTo>
                  <a:pt x="2072017" y="0"/>
                </a:lnTo>
                <a:lnTo>
                  <a:pt x="0" y="0"/>
                </a:lnTo>
                <a:lnTo>
                  <a:pt x="0" y="392734"/>
                </a:lnTo>
                <a:lnTo>
                  <a:pt x="0" y="2906699"/>
                </a:lnTo>
                <a:lnTo>
                  <a:pt x="0" y="3280372"/>
                </a:lnTo>
                <a:lnTo>
                  <a:pt x="2072017" y="3280372"/>
                </a:lnTo>
                <a:lnTo>
                  <a:pt x="2072017" y="2906699"/>
                </a:lnTo>
                <a:lnTo>
                  <a:pt x="392480" y="2906699"/>
                </a:lnTo>
                <a:lnTo>
                  <a:pt x="392480" y="392734"/>
                </a:lnTo>
                <a:lnTo>
                  <a:pt x="1983422" y="392734"/>
                </a:lnTo>
                <a:lnTo>
                  <a:pt x="1983422" y="394398"/>
                </a:lnTo>
                <a:lnTo>
                  <a:pt x="3871290" y="394398"/>
                </a:lnTo>
                <a:lnTo>
                  <a:pt x="3871290" y="482"/>
                </a:lnTo>
                <a:close/>
              </a:path>
            </a:pathLst>
          </a:custGeom>
          <a:solidFill>
            <a:srgbClr val="000000"/>
          </a:solidFill>
        </p:spPr>
        <p:txBody>
          <a:bodyPr wrap="square" lIns="0" tIns="0" rIns="0" bIns="0" rtlCol="0"/>
          <a:lstStyle/>
          <a:p>
            <a:endParaRPr/>
          </a:p>
        </p:txBody>
      </p:sp>
      <p:sp>
        <p:nvSpPr>
          <p:cNvPr id="5" name="object 5"/>
          <p:cNvSpPr txBox="1">
            <a:spLocks noGrp="1"/>
          </p:cNvSpPr>
          <p:nvPr>
            <p:ph type="title"/>
          </p:nvPr>
        </p:nvSpPr>
        <p:spPr>
          <a:xfrm>
            <a:off x="2165350" y="513889"/>
            <a:ext cx="2075180" cy="483234"/>
          </a:xfrm>
          <a:prstGeom prst="rect">
            <a:avLst/>
          </a:prstGeom>
          <a:solidFill>
            <a:schemeClr val="bg1"/>
          </a:solidFill>
        </p:spPr>
        <p:txBody>
          <a:bodyPr vert="horz" wrap="square" lIns="0" tIns="12700" rIns="0" bIns="0" rtlCol="0">
            <a:spAutoFit/>
          </a:bodyPr>
          <a:lstStyle/>
          <a:p>
            <a:pPr marL="12700">
              <a:lnSpc>
                <a:spcPct val="100000"/>
              </a:lnSpc>
              <a:spcBef>
                <a:spcPts val="100"/>
              </a:spcBef>
            </a:pPr>
            <a:r>
              <a:rPr sz="3000" spc="90" dirty="0">
                <a:solidFill>
                  <a:srgbClr val="000000"/>
                </a:solidFill>
                <a:latin typeface="Cambria"/>
                <a:cs typeface="Cambria"/>
              </a:rPr>
              <a:t>Conclusion</a:t>
            </a:r>
            <a:endParaRPr sz="3000" dirty="0">
              <a:latin typeface="Cambria"/>
              <a:cs typeface="Cambria"/>
            </a:endParaRPr>
          </a:p>
        </p:txBody>
      </p:sp>
      <p:sp>
        <p:nvSpPr>
          <p:cNvPr id="6" name="object 6"/>
          <p:cNvSpPr txBox="1"/>
          <p:nvPr/>
        </p:nvSpPr>
        <p:spPr>
          <a:xfrm>
            <a:off x="1750225" y="1153102"/>
            <a:ext cx="3067685" cy="474232"/>
          </a:xfrm>
          <a:prstGeom prst="rect">
            <a:avLst/>
          </a:prstGeom>
          <a:solidFill>
            <a:schemeClr val="bg1"/>
          </a:solidFill>
        </p:spPr>
        <p:txBody>
          <a:bodyPr vert="horz" wrap="square" lIns="0" tIns="10160" rIns="0" bIns="0" rtlCol="0">
            <a:spAutoFit/>
          </a:bodyPr>
          <a:lstStyle/>
          <a:p>
            <a:pPr marL="12065" marR="5080" indent="-635" algn="ctr">
              <a:lnSpc>
                <a:spcPct val="102200"/>
              </a:lnSpc>
              <a:spcBef>
                <a:spcPts val="80"/>
              </a:spcBef>
            </a:pPr>
            <a:r>
              <a:rPr sz="750" b="1" spc="5" dirty="0">
                <a:latin typeface="Times New Roman" panose="02020603050405020304" pitchFamily="18" charset="0"/>
                <a:cs typeface="Times New Roman" panose="02020603050405020304" pitchFamily="18" charset="0"/>
              </a:rPr>
              <a:t>Asymmetric information </a:t>
            </a:r>
            <a:r>
              <a:rPr sz="750" b="1" spc="15" dirty="0">
                <a:latin typeface="Times New Roman" panose="02020603050405020304" pitchFamily="18" charset="0"/>
                <a:cs typeface="Times New Roman" panose="02020603050405020304" pitchFamily="18" charset="0"/>
              </a:rPr>
              <a:t>can </a:t>
            </a:r>
            <a:r>
              <a:rPr sz="750" b="1" spc="20" dirty="0">
                <a:latin typeface="Times New Roman" panose="02020603050405020304" pitchFamily="18" charset="0"/>
                <a:cs typeface="Times New Roman" panose="02020603050405020304" pitchFamily="18" charset="0"/>
              </a:rPr>
              <a:t>be </a:t>
            </a:r>
            <a:r>
              <a:rPr sz="750" b="1" spc="-10" dirty="0">
                <a:latin typeface="Times New Roman" panose="02020603050405020304" pitchFamily="18" charset="0"/>
                <a:cs typeface="Times New Roman" panose="02020603050405020304" pitchFamily="18" charset="0"/>
              </a:rPr>
              <a:t>a </a:t>
            </a:r>
            <a:r>
              <a:rPr sz="750" b="1" spc="15" dirty="0">
                <a:latin typeface="Times New Roman" panose="02020603050405020304" pitchFamily="18" charset="0"/>
                <a:cs typeface="Times New Roman" panose="02020603050405020304" pitchFamily="18" charset="0"/>
              </a:rPr>
              <a:t>challenging problem </a:t>
            </a:r>
            <a:r>
              <a:rPr sz="750" b="1" spc="10" dirty="0">
                <a:latin typeface="Times New Roman" panose="02020603050405020304" pitchFamily="18" charset="0"/>
                <a:cs typeface="Times New Roman" panose="02020603050405020304" pitchFamily="18" charset="0"/>
              </a:rPr>
              <a:t>in </a:t>
            </a:r>
            <a:r>
              <a:rPr sz="750" b="1" spc="15" dirty="0">
                <a:latin typeface="Times New Roman" panose="02020603050405020304" pitchFamily="18" charset="0"/>
                <a:cs typeface="Times New Roman" panose="02020603050405020304" pitchFamily="18" charset="0"/>
              </a:rPr>
              <a:t>the </a:t>
            </a:r>
            <a:r>
              <a:rPr sz="750" b="1" spc="20" dirty="0">
                <a:latin typeface="Times New Roman" panose="02020603050405020304" pitchFamily="18" charset="0"/>
                <a:cs typeface="Times New Roman" panose="02020603050405020304" pitchFamily="18" charset="0"/>
              </a:rPr>
              <a:t> </a:t>
            </a:r>
            <a:r>
              <a:rPr sz="750" b="1" spc="-15" dirty="0">
                <a:latin typeface="Times New Roman" panose="02020603050405020304" pitchFamily="18" charset="0"/>
                <a:cs typeface="Times New Roman" panose="02020603050405020304" pitchFamily="18" charset="0"/>
              </a:rPr>
              <a:t>market,</a:t>
            </a:r>
            <a:r>
              <a:rPr sz="750" b="1" spc="-70" dirty="0">
                <a:latin typeface="Times New Roman" panose="02020603050405020304" pitchFamily="18" charset="0"/>
                <a:cs typeface="Times New Roman" panose="02020603050405020304" pitchFamily="18" charset="0"/>
              </a:rPr>
              <a:t> </a:t>
            </a:r>
            <a:r>
              <a:rPr sz="750" b="1" spc="25" dirty="0">
                <a:latin typeface="Times New Roman" panose="02020603050405020304" pitchFamily="18" charset="0"/>
                <a:cs typeface="Times New Roman" panose="02020603050405020304" pitchFamily="18" charset="0"/>
              </a:rPr>
              <a:t>but</a:t>
            </a:r>
            <a:r>
              <a:rPr sz="750" b="1" spc="-70" dirty="0">
                <a:latin typeface="Times New Roman" panose="02020603050405020304" pitchFamily="18" charset="0"/>
                <a:cs typeface="Times New Roman" panose="02020603050405020304" pitchFamily="18" charset="0"/>
              </a:rPr>
              <a:t> </a:t>
            </a:r>
            <a:r>
              <a:rPr sz="750" b="1" spc="5" dirty="0">
                <a:latin typeface="Times New Roman" panose="02020603050405020304" pitchFamily="18" charset="0"/>
                <a:cs typeface="Times New Roman" panose="02020603050405020304" pitchFamily="18" charset="0"/>
              </a:rPr>
              <a:t>there</a:t>
            </a:r>
            <a:r>
              <a:rPr sz="750" b="1" spc="-70" dirty="0">
                <a:latin typeface="Times New Roman" panose="02020603050405020304" pitchFamily="18" charset="0"/>
                <a:cs typeface="Times New Roman" panose="02020603050405020304" pitchFamily="18" charset="0"/>
              </a:rPr>
              <a:t> </a:t>
            </a:r>
            <a:r>
              <a:rPr sz="750" b="1" spc="-15" dirty="0">
                <a:latin typeface="Times New Roman" panose="02020603050405020304" pitchFamily="18" charset="0"/>
                <a:cs typeface="Times New Roman" panose="02020603050405020304" pitchFamily="18" charset="0"/>
              </a:rPr>
              <a:t>are</a:t>
            </a:r>
            <a:r>
              <a:rPr sz="750" b="1" spc="-70" dirty="0">
                <a:latin typeface="Times New Roman" panose="02020603050405020304" pitchFamily="18" charset="0"/>
                <a:cs typeface="Times New Roman" panose="02020603050405020304" pitchFamily="18" charset="0"/>
              </a:rPr>
              <a:t> </a:t>
            </a:r>
            <a:r>
              <a:rPr sz="750" b="1" spc="5" dirty="0">
                <a:latin typeface="Times New Roman" panose="02020603050405020304" pitchFamily="18" charset="0"/>
                <a:cs typeface="Times New Roman" panose="02020603050405020304" pitchFamily="18" charset="0"/>
              </a:rPr>
              <a:t>solutions</a:t>
            </a:r>
            <a:r>
              <a:rPr sz="750" b="1" spc="-70" dirty="0">
                <a:latin typeface="Times New Roman" panose="02020603050405020304" pitchFamily="18" charset="0"/>
                <a:cs typeface="Times New Roman" panose="02020603050405020304" pitchFamily="18" charset="0"/>
              </a:rPr>
              <a:t> </a:t>
            </a:r>
            <a:r>
              <a:rPr sz="750" b="1" spc="10" dirty="0">
                <a:latin typeface="Times New Roman" panose="02020603050405020304" pitchFamily="18" charset="0"/>
                <a:cs typeface="Times New Roman" panose="02020603050405020304" pitchFamily="18" charset="0"/>
              </a:rPr>
              <a:t>that</a:t>
            </a:r>
            <a:r>
              <a:rPr sz="750" b="1" spc="-65" dirty="0">
                <a:latin typeface="Times New Roman" panose="02020603050405020304" pitchFamily="18" charset="0"/>
                <a:cs typeface="Times New Roman" panose="02020603050405020304" pitchFamily="18" charset="0"/>
              </a:rPr>
              <a:t> </a:t>
            </a:r>
            <a:r>
              <a:rPr sz="750" b="1" spc="15" dirty="0">
                <a:latin typeface="Times New Roman" panose="02020603050405020304" pitchFamily="18" charset="0"/>
                <a:cs typeface="Times New Roman" panose="02020603050405020304" pitchFamily="18" charset="0"/>
              </a:rPr>
              <a:t>can</a:t>
            </a:r>
            <a:r>
              <a:rPr sz="750" b="1" spc="-70" dirty="0">
                <a:latin typeface="Times New Roman" panose="02020603050405020304" pitchFamily="18" charset="0"/>
                <a:cs typeface="Times New Roman" panose="02020603050405020304" pitchFamily="18" charset="0"/>
              </a:rPr>
              <a:t> </a:t>
            </a:r>
            <a:r>
              <a:rPr sz="750" b="1" spc="-15" dirty="0">
                <a:latin typeface="Times New Roman" panose="02020603050405020304" pitchFamily="18" charset="0"/>
                <a:cs typeface="Times New Roman" panose="02020603050405020304" pitchFamily="18" charset="0"/>
              </a:rPr>
              <a:t>help.</a:t>
            </a:r>
            <a:r>
              <a:rPr sz="750" b="1" spc="-70" dirty="0">
                <a:latin typeface="Times New Roman" panose="02020603050405020304" pitchFamily="18" charset="0"/>
                <a:cs typeface="Times New Roman" panose="02020603050405020304" pitchFamily="18" charset="0"/>
              </a:rPr>
              <a:t> </a:t>
            </a:r>
            <a:r>
              <a:rPr sz="750" b="1" spc="5" dirty="0">
                <a:latin typeface="Times New Roman" panose="02020603050405020304" pitchFamily="18" charset="0"/>
                <a:cs typeface="Times New Roman" panose="02020603050405020304" pitchFamily="18" charset="0"/>
              </a:rPr>
              <a:t>By</a:t>
            </a:r>
            <a:r>
              <a:rPr sz="750" b="1" spc="-70" dirty="0">
                <a:latin typeface="Times New Roman" panose="02020603050405020304" pitchFamily="18" charset="0"/>
                <a:cs typeface="Times New Roman" panose="02020603050405020304" pitchFamily="18" charset="0"/>
              </a:rPr>
              <a:t> </a:t>
            </a:r>
            <a:r>
              <a:rPr sz="750" b="1" spc="15" dirty="0">
                <a:latin typeface="Times New Roman" panose="02020603050405020304" pitchFamily="18" charset="0"/>
                <a:cs typeface="Times New Roman" panose="02020603050405020304" pitchFamily="18" charset="0"/>
              </a:rPr>
              <a:t>understanding </a:t>
            </a:r>
            <a:r>
              <a:rPr sz="750" b="1" spc="-250" dirty="0">
                <a:latin typeface="Times New Roman" panose="02020603050405020304" pitchFamily="18" charset="0"/>
                <a:cs typeface="Times New Roman" panose="02020603050405020304" pitchFamily="18" charset="0"/>
              </a:rPr>
              <a:t> </a:t>
            </a:r>
            <a:r>
              <a:rPr sz="750" b="1" spc="15" dirty="0">
                <a:latin typeface="Times New Roman" panose="02020603050405020304" pitchFamily="18" charset="0"/>
                <a:cs typeface="Times New Roman" panose="02020603050405020304" pitchFamily="18" charset="0"/>
              </a:rPr>
              <a:t>the </a:t>
            </a:r>
            <a:r>
              <a:rPr sz="750" b="1" spc="-15" dirty="0">
                <a:latin typeface="Times New Roman" panose="02020603050405020304" pitchFamily="18" charset="0"/>
                <a:cs typeface="Times New Roman" panose="02020603050405020304" pitchFamily="18" charset="0"/>
              </a:rPr>
              <a:t>ways </a:t>
            </a:r>
            <a:r>
              <a:rPr sz="750" b="1" spc="10" dirty="0">
                <a:latin typeface="Times New Roman" panose="02020603050405020304" pitchFamily="18" charset="0"/>
                <a:cs typeface="Times New Roman" panose="02020603050405020304" pitchFamily="18" charset="0"/>
              </a:rPr>
              <a:t>in </a:t>
            </a:r>
            <a:r>
              <a:rPr sz="750" b="1" spc="25" dirty="0">
                <a:latin typeface="Times New Roman" panose="02020603050405020304" pitchFamily="18" charset="0"/>
                <a:cs typeface="Times New Roman" panose="02020603050405020304" pitchFamily="18" charset="0"/>
              </a:rPr>
              <a:t>which </a:t>
            </a:r>
            <a:r>
              <a:rPr sz="750" b="1" spc="5" dirty="0">
                <a:latin typeface="Times New Roman" panose="02020603050405020304" pitchFamily="18" charset="0"/>
                <a:cs typeface="Times New Roman" panose="02020603050405020304" pitchFamily="18" charset="0"/>
              </a:rPr>
              <a:t>asymmetric information </a:t>
            </a:r>
            <a:r>
              <a:rPr sz="750" b="1" spc="15" dirty="0">
                <a:latin typeface="Times New Roman" panose="02020603050405020304" pitchFamily="18" charset="0"/>
                <a:cs typeface="Times New Roman" panose="02020603050405020304" pitchFamily="18" charset="0"/>
              </a:rPr>
              <a:t>can </a:t>
            </a:r>
            <a:r>
              <a:rPr sz="750" b="1" spc="20" dirty="0">
                <a:latin typeface="Times New Roman" panose="02020603050405020304" pitchFamily="18" charset="0"/>
                <a:cs typeface="Times New Roman" panose="02020603050405020304" pitchFamily="18" charset="0"/>
              </a:rPr>
              <a:t>impact </a:t>
            </a:r>
            <a:r>
              <a:rPr sz="750" b="1" spc="15" dirty="0">
                <a:latin typeface="Times New Roman" panose="02020603050405020304" pitchFamily="18" charset="0"/>
                <a:cs typeface="Times New Roman" panose="02020603050405020304" pitchFamily="18" charset="0"/>
              </a:rPr>
              <a:t>the </a:t>
            </a:r>
            <a:r>
              <a:rPr sz="750" b="1" spc="20" dirty="0">
                <a:latin typeface="Times New Roman" panose="02020603050405020304" pitchFamily="18" charset="0"/>
                <a:cs typeface="Times New Roman" panose="02020603050405020304" pitchFamily="18" charset="0"/>
              </a:rPr>
              <a:t> </a:t>
            </a:r>
            <a:r>
              <a:rPr sz="750" b="1" spc="5" dirty="0">
                <a:latin typeface="Times New Roman" panose="02020603050405020304" pitchFamily="18" charset="0"/>
                <a:cs typeface="Times New Roman" panose="02020603050405020304" pitchFamily="18" charset="0"/>
              </a:rPr>
              <a:t>market </a:t>
            </a:r>
            <a:r>
              <a:rPr sz="750" b="1" spc="20" dirty="0">
                <a:latin typeface="Times New Roman" panose="02020603050405020304" pitchFamily="18" charset="0"/>
                <a:cs typeface="Times New Roman" panose="02020603050405020304" pitchFamily="18" charset="0"/>
              </a:rPr>
              <a:t>and implementing </a:t>
            </a:r>
            <a:r>
              <a:rPr sz="750" b="1" spc="-5" dirty="0">
                <a:latin typeface="Times New Roman" panose="02020603050405020304" pitchFamily="18" charset="0"/>
                <a:cs typeface="Times New Roman" panose="02020603050405020304" pitchFamily="18" charset="0"/>
              </a:rPr>
              <a:t>effective </a:t>
            </a:r>
            <a:r>
              <a:rPr sz="750" b="1" spc="-10" dirty="0">
                <a:latin typeface="Times New Roman" panose="02020603050405020304" pitchFamily="18" charset="0"/>
                <a:cs typeface="Times New Roman" panose="02020603050405020304" pitchFamily="18" charset="0"/>
              </a:rPr>
              <a:t>solutions, </a:t>
            </a:r>
            <a:r>
              <a:rPr sz="750" b="1" spc="15" dirty="0">
                <a:latin typeface="Times New Roman" panose="02020603050405020304" pitchFamily="18" charset="0"/>
                <a:cs typeface="Times New Roman" panose="02020603050405020304" pitchFamily="18" charset="0"/>
              </a:rPr>
              <a:t>we can </a:t>
            </a:r>
            <a:r>
              <a:rPr sz="750" b="1" dirty="0">
                <a:latin typeface="Times New Roman" panose="02020603050405020304" pitchFamily="18" charset="0"/>
                <a:cs typeface="Times New Roman" panose="02020603050405020304" pitchFamily="18" charset="0"/>
              </a:rPr>
              <a:t>navigate </a:t>
            </a:r>
            <a:r>
              <a:rPr sz="750" b="1" spc="-250" dirty="0">
                <a:latin typeface="Times New Roman" panose="02020603050405020304" pitchFamily="18" charset="0"/>
                <a:cs typeface="Times New Roman" panose="02020603050405020304" pitchFamily="18" charset="0"/>
              </a:rPr>
              <a:t> </a:t>
            </a:r>
            <a:r>
              <a:rPr sz="750" b="1" spc="5" dirty="0">
                <a:latin typeface="Times New Roman" panose="02020603050405020304" pitchFamily="18" charset="0"/>
                <a:cs typeface="Times New Roman" panose="02020603050405020304" pitchFamily="18" charset="0"/>
              </a:rPr>
              <a:t>t</a:t>
            </a:r>
            <a:r>
              <a:rPr sz="750" b="1" spc="30" dirty="0">
                <a:latin typeface="Times New Roman" panose="02020603050405020304" pitchFamily="18" charset="0"/>
                <a:cs typeface="Times New Roman" panose="02020603050405020304" pitchFamily="18" charset="0"/>
              </a:rPr>
              <a:t>h</a:t>
            </a:r>
            <a:r>
              <a:rPr sz="750" b="1" spc="5" dirty="0">
                <a:latin typeface="Times New Roman" panose="02020603050405020304" pitchFamily="18" charset="0"/>
                <a:cs typeface="Times New Roman" panose="02020603050405020304" pitchFamily="18" charset="0"/>
              </a:rPr>
              <a:t>e</a:t>
            </a:r>
            <a:r>
              <a:rPr sz="750" b="1" spc="-70" dirty="0">
                <a:latin typeface="Times New Roman" panose="02020603050405020304" pitchFamily="18" charset="0"/>
                <a:cs typeface="Times New Roman" panose="02020603050405020304" pitchFamily="18" charset="0"/>
              </a:rPr>
              <a:t> </a:t>
            </a:r>
            <a:r>
              <a:rPr sz="750" b="1" spc="65" dirty="0">
                <a:latin typeface="Times New Roman" panose="02020603050405020304" pitchFamily="18" charset="0"/>
                <a:cs typeface="Times New Roman" panose="02020603050405020304" pitchFamily="18" charset="0"/>
              </a:rPr>
              <a:t>m</a:t>
            </a:r>
            <a:r>
              <a:rPr sz="750" b="1" spc="-10" dirty="0">
                <a:latin typeface="Times New Roman" panose="02020603050405020304" pitchFamily="18" charset="0"/>
                <a:cs typeface="Times New Roman" panose="02020603050405020304" pitchFamily="18" charset="0"/>
              </a:rPr>
              <a:t>a</a:t>
            </a:r>
            <a:r>
              <a:rPr sz="750" b="1" spc="-30" dirty="0">
                <a:latin typeface="Times New Roman" panose="02020603050405020304" pitchFamily="18" charset="0"/>
                <a:cs typeface="Times New Roman" panose="02020603050405020304" pitchFamily="18" charset="0"/>
              </a:rPr>
              <a:t>r</a:t>
            </a:r>
            <a:r>
              <a:rPr sz="750" b="1" spc="-15" dirty="0">
                <a:latin typeface="Times New Roman" panose="02020603050405020304" pitchFamily="18" charset="0"/>
                <a:cs typeface="Times New Roman" panose="02020603050405020304" pitchFamily="18" charset="0"/>
              </a:rPr>
              <a:t>k</a:t>
            </a:r>
            <a:r>
              <a:rPr sz="750" b="1" spc="5" dirty="0">
                <a:latin typeface="Times New Roman" panose="02020603050405020304" pitchFamily="18" charset="0"/>
                <a:cs typeface="Times New Roman" panose="02020603050405020304" pitchFamily="18" charset="0"/>
              </a:rPr>
              <a:t>et</a:t>
            </a:r>
            <a:r>
              <a:rPr sz="750" b="1" spc="-70" dirty="0">
                <a:latin typeface="Times New Roman" panose="02020603050405020304" pitchFamily="18" charset="0"/>
                <a:cs typeface="Times New Roman" panose="02020603050405020304" pitchFamily="18" charset="0"/>
              </a:rPr>
              <a:t> </a:t>
            </a:r>
            <a:r>
              <a:rPr sz="750" b="1" spc="45" dirty="0">
                <a:latin typeface="Times New Roman" panose="02020603050405020304" pitchFamily="18" charset="0"/>
                <a:cs typeface="Times New Roman" panose="02020603050405020304" pitchFamily="18" charset="0"/>
              </a:rPr>
              <a:t>w</a:t>
            </a:r>
            <a:r>
              <a:rPr sz="750" b="1" spc="-5" dirty="0">
                <a:latin typeface="Times New Roman" panose="02020603050405020304" pitchFamily="18" charset="0"/>
                <a:cs typeface="Times New Roman" panose="02020603050405020304" pitchFamily="18" charset="0"/>
              </a:rPr>
              <a:t>i</a:t>
            </a:r>
            <a:r>
              <a:rPr sz="750" b="1" spc="5" dirty="0">
                <a:latin typeface="Times New Roman" panose="02020603050405020304" pitchFamily="18" charset="0"/>
                <a:cs typeface="Times New Roman" panose="02020603050405020304" pitchFamily="18" charset="0"/>
              </a:rPr>
              <a:t>t</a:t>
            </a:r>
            <a:r>
              <a:rPr sz="750" b="1" spc="30" dirty="0">
                <a:latin typeface="Times New Roman" panose="02020603050405020304" pitchFamily="18" charset="0"/>
                <a:cs typeface="Times New Roman" panose="02020603050405020304" pitchFamily="18" charset="0"/>
              </a:rPr>
              <a:t>h</a:t>
            </a:r>
            <a:r>
              <a:rPr sz="750" b="1" spc="-70" dirty="0">
                <a:latin typeface="Times New Roman" panose="02020603050405020304" pitchFamily="18" charset="0"/>
                <a:cs typeface="Times New Roman" panose="02020603050405020304" pitchFamily="18" charset="0"/>
              </a:rPr>
              <a:t> </a:t>
            </a:r>
            <a:r>
              <a:rPr sz="750" b="1" spc="20" dirty="0">
                <a:latin typeface="Times New Roman" panose="02020603050405020304" pitchFamily="18" charset="0"/>
                <a:cs typeface="Times New Roman" panose="02020603050405020304" pitchFamily="18" charset="0"/>
              </a:rPr>
              <a:t>c</a:t>
            </a:r>
            <a:r>
              <a:rPr sz="750" b="1" spc="15" dirty="0">
                <a:latin typeface="Times New Roman" panose="02020603050405020304" pitchFamily="18" charset="0"/>
                <a:cs typeface="Times New Roman" panose="02020603050405020304" pitchFamily="18" charset="0"/>
              </a:rPr>
              <a:t>o</a:t>
            </a:r>
            <a:r>
              <a:rPr sz="750" b="1" spc="30" dirty="0">
                <a:latin typeface="Times New Roman" panose="02020603050405020304" pitchFamily="18" charset="0"/>
                <a:cs typeface="Times New Roman" panose="02020603050405020304" pitchFamily="18" charset="0"/>
              </a:rPr>
              <a:t>n</a:t>
            </a:r>
            <a:r>
              <a:rPr sz="750" b="1" spc="45" dirty="0">
                <a:latin typeface="Times New Roman" panose="02020603050405020304" pitchFamily="18" charset="0"/>
                <a:cs typeface="Times New Roman" panose="02020603050405020304" pitchFamily="18" charset="0"/>
              </a:rPr>
              <a:t>ﬁ</a:t>
            </a:r>
            <a:r>
              <a:rPr sz="750" b="1" spc="40" dirty="0">
                <a:latin typeface="Times New Roman" panose="02020603050405020304" pitchFamily="18" charset="0"/>
                <a:cs typeface="Times New Roman" panose="02020603050405020304" pitchFamily="18" charset="0"/>
              </a:rPr>
              <a:t>d</a:t>
            </a:r>
            <a:r>
              <a:rPr sz="750" b="1" spc="5" dirty="0">
                <a:latin typeface="Times New Roman" panose="02020603050405020304" pitchFamily="18" charset="0"/>
                <a:cs typeface="Times New Roman" panose="02020603050405020304" pitchFamily="18" charset="0"/>
              </a:rPr>
              <a:t>e</a:t>
            </a:r>
            <a:r>
              <a:rPr sz="750" b="1" spc="30" dirty="0">
                <a:latin typeface="Times New Roman" panose="02020603050405020304" pitchFamily="18" charset="0"/>
                <a:cs typeface="Times New Roman" panose="02020603050405020304" pitchFamily="18" charset="0"/>
              </a:rPr>
              <a:t>n</a:t>
            </a:r>
            <a:r>
              <a:rPr sz="750" b="1" spc="20" dirty="0">
                <a:latin typeface="Times New Roman" panose="02020603050405020304" pitchFamily="18" charset="0"/>
                <a:cs typeface="Times New Roman" panose="02020603050405020304" pitchFamily="18" charset="0"/>
              </a:rPr>
              <a:t>c</a:t>
            </a:r>
            <a:r>
              <a:rPr sz="750" b="1" spc="5" dirty="0">
                <a:latin typeface="Times New Roman" panose="02020603050405020304" pitchFamily="18" charset="0"/>
                <a:cs typeface="Times New Roman" panose="02020603050405020304" pitchFamily="18" charset="0"/>
              </a:rPr>
              <a:t>e</a:t>
            </a:r>
            <a:r>
              <a:rPr sz="750" b="1" spc="-114" dirty="0">
                <a:latin typeface="Times New Roman" panose="02020603050405020304" pitchFamily="18" charset="0"/>
                <a:cs typeface="Times New Roman" panose="02020603050405020304" pitchFamily="18" charset="0"/>
              </a:rPr>
              <a:t>.</a:t>
            </a:r>
            <a:endParaRPr sz="75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3529" y="825162"/>
            <a:ext cx="2987222" cy="739946"/>
          </a:xfrm>
          <a:prstGeom prst="rect">
            <a:avLst/>
          </a:prstGeom>
        </p:spPr>
        <p:txBody>
          <a:bodyPr vert="horz" wrap="square" lIns="0" tIns="16510" rIns="0" bIns="0" rtlCol="0">
            <a:spAutoFit/>
          </a:bodyPr>
          <a:lstStyle/>
          <a:p>
            <a:pPr marL="12700">
              <a:lnSpc>
                <a:spcPct val="100000"/>
              </a:lnSpc>
              <a:spcBef>
                <a:spcPts val="130"/>
              </a:spcBef>
            </a:pPr>
            <a:r>
              <a:rPr sz="4700" b="1" spc="270" dirty="0">
                <a:solidFill>
                  <a:srgbClr val="FFFFFF"/>
                </a:solidFill>
                <a:latin typeface="Cambria"/>
                <a:cs typeface="Cambria"/>
              </a:rPr>
              <a:t>T</a:t>
            </a:r>
            <a:r>
              <a:rPr sz="4700" b="1" spc="135" dirty="0">
                <a:solidFill>
                  <a:srgbClr val="FFFFFF"/>
                </a:solidFill>
                <a:latin typeface="Cambria"/>
                <a:cs typeface="Cambria"/>
              </a:rPr>
              <a:t>h</a:t>
            </a:r>
            <a:r>
              <a:rPr sz="4700" b="1" spc="-5" dirty="0">
                <a:solidFill>
                  <a:srgbClr val="FFFFFF"/>
                </a:solidFill>
                <a:latin typeface="Cambria"/>
                <a:cs typeface="Cambria"/>
              </a:rPr>
              <a:t>a</a:t>
            </a:r>
            <a:r>
              <a:rPr sz="4700" b="1" spc="114" dirty="0">
                <a:solidFill>
                  <a:srgbClr val="FFFFFF"/>
                </a:solidFill>
                <a:latin typeface="Cambria"/>
                <a:cs typeface="Cambria"/>
              </a:rPr>
              <a:t>n</a:t>
            </a:r>
            <a:r>
              <a:rPr sz="4700" b="1" spc="95" dirty="0">
                <a:solidFill>
                  <a:srgbClr val="FFFFFF"/>
                </a:solidFill>
                <a:latin typeface="Cambria"/>
                <a:cs typeface="Cambria"/>
              </a:rPr>
              <a:t>k</a:t>
            </a:r>
            <a:r>
              <a:rPr sz="4700" b="1" spc="75" dirty="0">
                <a:solidFill>
                  <a:srgbClr val="FFFFFF"/>
                </a:solidFill>
                <a:latin typeface="Cambria"/>
                <a:cs typeface="Cambria"/>
              </a:rPr>
              <a:t>s</a:t>
            </a:r>
            <a:r>
              <a:rPr sz="4700" b="1" spc="-130" dirty="0">
                <a:solidFill>
                  <a:srgbClr val="FFFFFF"/>
                </a:solidFill>
                <a:latin typeface="Cambria"/>
                <a:cs typeface="Cambria"/>
              </a:rPr>
              <a:t>!</a:t>
            </a:r>
            <a:r>
              <a:rPr lang="en-IN" sz="4700" b="1" spc="-130" dirty="0">
                <a:solidFill>
                  <a:srgbClr val="FFFFFF"/>
                </a:solidFill>
                <a:latin typeface="Cambria"/>
                <a:cs typeface="Cambria"/>
              </a:rPr>
              <a:t> </a:t>
            </a:r>
            <a:r>
              <a:rPr lang="en-IN" sz="4700" b="1" spc="-130" dirty="0">
                <a:solidFill>
                  <a:srgbClr val="FFFFFF"/>
                </a:solidFill>
                <a:latin typeface="Cambria"/>
                <a:cs typeface="Cambria"/>
                <a:sym typeface="Wingdings" panose="05000000000000000000" pitchFamily="2" charset="2"/>
              </a:rPr>
              <a:t></a:t>
            </a:r>
            <a:r>
              <a:rPr lang="en-IN" sz="4700" b="1" spc="-130" dirty="0">
                <a:solidFill>
                  <a:srgbClr val="FFFFFF"/>
                </a:solidFill>
                <a:latin typeface="Cambria"/>
                <a:cs typeface="Cambria"/>
              </a:rPr>
              <a:t> </a:t>
            </a:r>
            <a:endParaRPr sz="4700" dirty="0">
              <a:latin typeface="Cambria"/>
              <a:cs typeface="Cambria"/>
            </a:endParaRPr>
          </a:p>
        </p:txBody>
      </p:sp>
      <p:sp>
        <p:nvSpPr>
          <p:cNvPr id="3" name="object 3"/>
          <p:cNvSpPr txBox="1"/>
          <p:nvPr/>
        </p:nvSpPr>
        <p:spPr>
          <a:xfrm>
            <a:off x="565150" y="1797050"/>
            <a:ext cx="1494155" cy="262764"/>
          </a:xfrm>
          <a:prstGeom prst="rect">
            <a:avLst/>
          </a:prstGeom>
        </p:spPr>
        <p:txBody>
          <a:bodyPr vert="horz" wrap="square" lIns="0" tIns="13970" rIns="0" bIns="0" rtlCol="0">
            <a:spAutoFit/>
          </a:bodyPr>
          <a:lstStyle/>
          <a:p>
            <a:pPr marL="12700" marR="5080">
              <a:lnSpc>
                <a:spcPct val="101699"/>
              </a:lnSpc>
              <a:spcBef>
                <a:spcPts val="110"/>
              </a:spcBef>
            </a:pPr>
            <a:r>
              <a:rPr sz="800" spc="65" dirty="0">
                <a:solidFill>
                  <a:srgbClr val="FFFFFF"/>
                </a:solidFill>
                <a:latin typeface="Verdana"/>
                <a:cs typeface="Verdana"/>
              </a:rPr>
              <a:t>D</a:t>
            </a:r>
            <a:r>
              <a:rPr sz="800" spc="30" dirty="0">
                <a:solidFill>
                  <a:srgbClr val="FFFFFF"/>
                </a:solidFill>
                <a:latin typeface="Verdana"/>
                <a:cs typeface="Verdana"/>
              </a:rPr>
              <a:t>o</a:t>
            </a:r>
            <a:r>
              <a:rPr sz="800" spc="-65" dirty="0">
                <a:solidFill>
                  <a:srgbClr val="FFFFFF"/>
                </a:solidFill>
                <a:latin typeface="Verdana"/>
                <a:cs typeface="Verdana"/>
              </a:rPr>
              <a:t> </a:t>
            </a:r>
            <a:r>
              <a:rPr sz="800" spc="-45" dirty="0">
                <a:solidFill>
                  <a:srgbClr val="FFFFFF"/>
                </a:solidFill>
                <a:latin typeface="Verdana"/>
                <a:cs typeface="Verdana"/>
              </a:rPr>
              <a:t>y</a:t>
            </a:r>
            <a:r>
              <a:rPr sz="800" spc="30" dirty="0">
                <a:solidFill>
                  <a:srgbClr val="FFFFFF"/>
                </a:solidFill>
                <a:latin typeface="Verdana"/>
                <a:cs typeface="Verdana"/>
              </a:rPr>
              <a:t>o</a:t>
            </a:r>
            <a:r>
              <a:rPr sz="800" spc="45" dirty="0">
                <a:solidFill>
                  <a:srgbClr val="FFFFFF"/>
                </a:solidFill>
                <a:latin typeface="Verdana"/>
                <a:cs typeface="Verdana"/>
              </a:rPr>
              <a:t>u</a:t>
            </a:r>
            <a:r>
              <a:rPr sz="800" spc="-65" dirty="0">
                <a:solidFill>
                  <a:srgbClr val="FFFFFF"/>
                </a:solidFill>
                <a:latin typeface="Verdana"/>
                <a:cs typeface="Verdana"/>
              </a:rPr>
              <a:t> </a:t>
            </a:r>
            <a:r>
              <a:rPr sz="800" spc="50" dirty="0">
                <a:solidFill>
                  <a:srgbClr val="FFFFFF"/>
                </a:solidFill>
                <a:latin typeface="Verdana"/>
                <a:cs typeface="Verdana"/>
              </a:rPr>
              <a:t>h</a:t>
            </a:r>
            <a:r>
              <a:rPr sz="800" spc="-5" dirty="0">
                <a:solidFill>
                  <a:srgbClr val="FFFFFF"/>
                </a:solidFill>
                <a:latin typeface="Verdana"/>
                <a:cs typeface="Verdana"/>
              </a:rPr>
              <a:t>a</a:t>
            </a:r>
            <a:r>
              <a:rPr sz="800" spc="-45" dirty="0">
                <a:solidFill>
                  <a:srgbClr val="FFFFFF"/>
                </a:solidFill>
                <a:latin typeface="Verdana"/>
                <a:cs typeface="Verdana"/>
              </a:rPr>
              <a:t>v</a:t>
            </a:r>
            <a:r>
              <a:rPr sz="800" spc="20" dirty="0">
                <a:solidFill>
                  <a:srgbClr val="FFFFFF"/>
                </a:solidFill>
                <a:latin typeface="Verdana"/>
                <a:cs typeface="Verdana"/>
              </a:rPr>
              <a:t>e</a:t>
            </a:r>
            <a:r>
              <a:rPr sz="800" spc="-65" dirty="0">
                <a:solidFill>
                  <a:srgbClr val="FFFFFF"/>
                </a:solidFill>
                <a:latin typeface="Verdana"/>
                <a:cs typeface="Verdana"/>
              </a:rPr>
              <a:t> </a:t>
            </a:r>
            <a:r>
              <a:rPr sz="800" spc="5" dirty="0">
                <a:solidFill>
                  <a:srgbClr val="FFFFFF"/>
                </a:solidFill>
                <a:latin typeface="Verdana"/>
                <a:cs typeface="Verdana"/>
              </a:rPr>
              <a:t>a</a:t>
            </a:r>
            <a:r>
              <a:rPr sz="800" spc="40" dirty="0">
                <a:solidFill>
                  <a:srgbClr val="FFFFFF"/>
                </a:solidFill>
                <a:latin typeface="Verdana"/>
                <a:cs typeface="Verdana"/>
              </a:rPr>
              <a:t>n</a:t>
            </a:r>
            <a:r>
              <a:rPr sz="800" spc="-30" dirty="0">
                <a:solidFill>
                  <a:srgbClr val="FFFFFF"/>
                </a:solidFill>
                <a:latin typeface="Verdana"/>
                <a:cs typeface="Verdana"/>
              </a:rPr>
              <a:t>y</a:t>
            </a:r>
            <a:r>
              <a:rPr sz="800" spc="-65" dirty="0">
                <a:solidFill>
                  <a:srgbClr val="FFFFFF"/>
                </a:solidFill>
                <a:latin typeface="Verdana"/>
                <a:cs typeface="Verdana"/>
              </a:rPr>
              <a:t> </a:t>
            </a:r>
            <a:r>
              <a:rPr sz="800" spc="60" dirty="0">
                <a:solidFill>
                  <a:srgbClr val="FFFFFF"/>
                </a:solidFill>
                <a:latin typeface="Verdana"/>
                <a:cs typeface="Verdana"/>
              </a:rPr>
              <a:t>q</a:t>
            </a:r>
            <a:r>
              <a:rPr sz="800" spc="45" dirty="0">
                <a:solidFill>
                  <a:srgbClr val="FFFFFF"/>
                </a:solidFill>
                <a:latin typeface="Verdana"/>
                <a:cs typeface="Verdana"/>
              </a:rPr>
              <a:t>u</a:t>
            </a:r>
            <a:r>
              <a:rPr sz="800" spc="20" dirty="0">
                <a:solidFill>
                  <a:srgbClr val="FFFFFF"/>
                </a:solidFill>
                <a:latin typeface="Verdana"/>
                <a:cs typeface="Verdana"/>
              </a:rPr>
              <a:t>e</a:t>
            </a:r>
            <a:r>
              <a:rPr sz="800" spc="-15" dirty="0">
                <a:solidFill>
                  <a:srgbClr val="FFFFFF"/>
                </a:solidFill>
                <a:latin typeface="Verdana"/>
                <a:cs typeface="Verdana"/>
              </a:rPr>
              <a:t>s</a:t>
            </a:r>
            <a:r>
              <a:rPr sz="800" spc="20" dirty="0">
                <a:solidFill>
                  <a:srgbClr val="FFFFFF"/>
                </a:solidFill>
                <a:latin typeface="Verdana"/>
                <a:cs typeface="Verdana"/>
              </a:rPr>
              <a:t>t</a:t>
            </a:r>
            <a:r>
              <a:rPr sz="800" dirty="0">
                <a:solidFill>
                  <a:srgbClr val="FFFFFF"/>
                </a:solidFill>
                <a:latin typeface="Verdana"/>
                <a:cs typeface="Verdana"/>
              </a:rPr>
              <a:t>i</a:t>
            </a:r>
            <a:r>
              <a:rPr sz="800" spc="30" dirty="0">
                <a:solidFill>
                  <a:srgbClr val="FFFFFF"/>
                </a:solidFill>
                <a:latin typeface="Verdana"/>
                <a:cs typeface="Verdana"/>
              </a:rPr>
              <a:t>o</a:t>
            </a:r>
            <a:r>
              <a:rPr sz="800" spc="50" dirty="0">
                <a:solidFill>
                  <a:srgbClr val="FFFFFF"/>
                </a:solidFill>
                <a:latin typeface="Verdana"/>
                <a:cs typeface="Verdana"/>
              </a:rPr>
              <a:t>n</a:t>
            </a:r>
            <a:r>
              <a:rPr sz="800" spc="-30" dirty="0">
                <a:solidFill>
                  <a:srgbClr val="FFFFFF"/>
                </a:solidFill>
                <a:latin typeface="Verdana"/>
                <a:cs typeface="Verdana"/>
              </a:rPr>
              <a:t>s</a:t>
            </a:r>
            <a:r>
              <a:rPr sz="800" spc="20" dirty="0">
                <a:solidFill>
                  <a:srgbClr val="FFFFFF"/>
                </a:solidFill>
                <a:latin typeface="Verdana"/>
                <a:cs typeface="Verdana"/>
              </a:rPr>
              <a:t>? </a:t>
            </a:r>
            <a:endParaRPr sz="800" dirty="0">
              <a:latin typeface="Verdana"/>
              <a:cs typeface="Verdana"/>
            </a:endParaRPr>
          </a:p>
          <a:p>
            <a:pPr marL="12700">
              <a:lnSpc>
                <a:spcPct val="100000"/>
              </a:lnSpc>
              <a:spcBef>
                <a:spcPts val="15"/>
              </a:spcBef>
            </a:pPr>
            <a:endParaRPr sz="800" dirty="0">
              <a:latin typeface="Verdana"/>
              <a:cs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702</TotalTime>
  <Words>982</Words>
  <Application>Microsoft Office PowerPoint</Application>
  <PresentationFormat>Custom</PresentationFormat>
  <Paragraphs>80</Paragraphs>
  <Slides>13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Arial</vt:lpstr>
      <vt:lpstr>Brush Script MT</vt:lpstr>
      <vt:lpstr>Calibri</vt:lpstr>
      <vt:lpstr>Cambria</vt:lpstr>
      <vt:lpstr>Gabriola</vt:lpstr>
      <vt:lpstr>Palatino Linotype</vt:lpstr>
      <vt:lpstr>Poor Richard</vt:lpstr>
      <vt:lpstr>Sitka Heading Semibold</vt:lpstr>
      <vt:lpstr>Tahoma</vt:lpstr>
      <vt:lpstr>Times New Roman</vt:lpstr>
      <vt:lpstr>Verdana</vt:lpstr>
      <vt:lpstr>Wingdings</vt:lpstr>
      <vt:lpstr>Office Theme</vt:lpstr>
      <vt:lpstr>PowerPoint Presentation</vt:lpstr>
      <vt:lpstr>Introduction</vt:lpstr>
      <vt:lpstr>Deﬁning Asymmetric  Information</vt:lpstr>
      <vt:lpstr>The Dirty Little Secret Of Finance</vt:lpstr>
      <vt:lpstr>The Lemons Problem</vt:lpstr>
      <vt:lpstr>     </vt:lpstr>
      <vt:lpstr>ASYMMETRIC INFORMATION AND BANK REGULATION </vt:lpstr>
      <vt:lpstr>PowerPoint Presentation</vt:lpstr>
      <vt:lpstr>PowerPoint Presentation</vt:lpstr>
      <vt:lpstr>Overcoming  Asymmetric  Information</vt:lpstr>
      <vt:lpstr>E  amples of Successful Solutions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Mayyukh Paul</dc:creator>
  <cp:lastModifiedBy>Mayyukh Paul</cp:lastModifiedBy>
  <cp:revision>3</cp:revision>
  <dcterms:created xsi:type="dcterms:W3CDTF">2023-05-04T14:49:12Z</dcterms:created>
  <dcterms:modified xsi:type="dcterms:W3CDTF">2025-12-04T07:00:07Z</dcterms:modified>
</cp:coreProperties>
</file>